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735" r:id="rId5"/>
    <p:sldMasterId id="2147483757" r:id="rId6"/>
    <p:sldMasterId id="2147483762" r:id="rId7"/>
  </p:sldMasterIdLst>
  <p:notesMasterIdLst>
    <p:notesMasterId r:id="rId9"/>
  </p:notesMasterIdLst>
  <p:sldIdLst>
    <p:sldId id="13786" r:id="rId8"/>
  </p:sldIdLst>
  <p:sldSz cx="12192000" cy="6858000"/>
  <p:notesSz cx="6819900" cy="99187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7EA4217-30E6-4D39-AA9E-38E3CA1F43EE}">
          <p14:sldIdLst>
            <p14:sldId id="137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DB111"/>
    <a:srgbClr val="E3E3E3"/>
    <a:srgbClr val="E3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08114-BBAC-4BDA-B0C4-9A4BE1029257}" v="3" dt="2024-11-26T12:39:15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89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io Prazeres" userId="b28eddd5-5711-46aa-9df6-0b1d03d3706c" providerId="ADAL" clId="{80E08114-BBAC-4BDA-B0C4-9A4BE1029257}"/>
    <pc:docChg chg="custSel delSld modSld modSection">
      <pc:chgData name="Kelio Prazeres" userId="b28eddd5-5711-46aa-9df6-0b1d03d3706c" providerId="ADAL" clId="{80E08114-BBAC-4BDA-B0C4-9A4BE1029257}" dt="2024-11-26T12:40:09.558" v="533" actId="20577"/>
      <pc:docMkLst>
        <pc:docMk/>
      </pc:docMkLst>
      <pc:sldChg chg="del">
        <pc:chgData name="Kelio Prazeres" userId="b28eddd5-5711-46aa-9df6-0b1d03d3706c" providerId="ADAL" clId="{80E08114-BBAC-4BDA-B0C4-9A4BE1029257}" dt="2024-11-26T12:05:15.363" v="0" actId="47"/>
        <pc:sldMkLst>
          <pc:docMk/>
          <pc:sldMk cId="3289042662" sldId="8501"/>
        </pc:sldMkLst>
      </pc:sldChg>
      <pc:sldChg chg="addSp delSp modSp mod">
        <pc:chgData name="Kelio Prazeres" userId="b28eddd5-5711-46aa-9df6-0b1d03d3706c" providerId="ADAL" clId="{80E08114-BBAC-4BDA-B0C4-9A4BE1029257}" dt="2024-11-26T12:40:09.558" v="533" actId="20577"/>
        <pc:sldMkLst>
          <pc:docMk/>
          <pc:sldMk cId="1728738482" sldId="13786"/>
        </pc:sldMkLst>
        <pc:spChg chg="mod">
          <ac:chgData name="Kelio Prazeres" userId="b28eddd5-5711-46aa-9df6-0b1d03d3706c" providerId="ADAL" clId="{80E08114-BBAC-4BDA-B0C4-9A4BE1029257}" dt="2024-11-26T12:40:09.558" v="533" actId="20577"/>
          <ac:spMkLst>
            <pc:docMk/>
            <pc:sldMk cId="1728738482" sldId="13786"/>
            <ac:spMk id="8" creationId="{14EB5837-53FE-4C68-A704-EC4159378194}"/>
          </ac:spMkLst>
        </pc:spChg>
        <pc:spChg chg="mod">
          <ac:chgData name="Kelio Prazeres" userId="b28eddd5-5711-46aa-9df6-0b1d03d3706c" providerId="ADAL" clId="{80E08114-BBAC-4BDA-B0C4-9A4BE1029257}" dt="2024-11-26T12:05:56.304" v="39" actId="20577"/>
          <ac:spMkLst>
            <pc:docMk/>
            <pc:sldMk cId="1728738482" sldId="13786"/>
            <ac:spMk id="213" creationId="{9A71207C-9836-4116-A113-9722F6861A79}"/>
          </ac:spMkLst>
        </pc:spChg>
        <pc:graphicFrameChg chg="mod modGraphic">
          <ac:chgData name="Kelio Prazeres" userId="b28eddd5-5711-46aa-9df6-0b1d03d3706c" providerId="ADAL" clId="{80E08114-BBAC-4BDA-B0C4-9A4BE1029257}" dt="2024-11-26T12:20:43.431" v="474" actId="20577"/>
          <ac:graphicFrameMkLst>
            <pc:docMk/>
            <pc:sldMk cId="1728738482" sldId="13786"/>
            <ac:graphicFrameMk id="2" creationId="{490895FD-CE77-4AA1-8050-51CEB4F49AFF}"/>
          </ac:graphicFrameMkLst>
        </pc:graphicFrameChg>
        <pc:picChg chg="add mod">
          <ac:chgData name="Kelio Prazeres" userId="b28eddd5-5711-46aa-9df6-0b1d03d3706c" providerId="ADAL" clId="{80E08114-BBAC-4BDA-B0C4-9A4BE1029257}" dt="2024-11-26T12:39:32.792" v="509" actId="1037"/>
          <ac:picMkLst>
            <pc:docMk/>
            <pc:sldMk cId="1728738482" sldId="13786"/>
            <ac:picMk id="3" creationId="{81030DAF-8DA2-2EBD-04D4-F98BFD1C1444}"/>
          </ac:picMkLst>
        </pc:picChg>
        <pc:picChg chg="add mod">
          <ac:chgData name="Kelio Prazeres" userId="b28eddd5-5711-46aa-9df6-0b1d03d3706c" providerId="ADAL" clId="{80E08114-BBAC-4BDA-B0C4-9A4BE1029257}" dt="2024-11-26T12:39:41.628" v="511" actId="14100"/>
          <ac:picMkLst>
            <pc:docMk/>
            <pc:sldMk cId="1728738482" sldId="13786"/>
            <ac:picMk id="4" creationId="{E03AF2C8-8278-6430-E430-A5EE5A35CFEA}"/>
          </ac:picMkLst>
        </pc:picChg>
        <pc:picChg chg="del">
          <ac:chgData name="Kelio Prazeres" userId="b28eddd5-5711-46aa-9df6-0b1d03d3706c" providerId="ADAL" clId="{80E08114-BBAC-4BDA-B0C4-9A4BE1029257}" dt="2024-11-26T12:38:30.071" v="475" actId="478"/>
          <ac:picMkLst>
            <pc:docMk/>
            <pc:sldMk cId="1728738482" sldId="13786"/>
            <ac:picMk id="10" creationId="{DC1BE89D-FF21-4B30-8D85-B37859E843F2}"/>
          </ac:picMkLst>
        </pc:picChg>
        <pc:picChg chg="del">
          <ac:chgData name="Kelio Prazeres" userId="b28eddd5-5711-46aa-9df6-0b1d03d3706c" providerId="ADAL" clId="{80E08114-BBAC-4BDA-B0C4-9A4BE1029257}" dt="2024-11-26T12:38:51.039" v="492" actId="478"/>
          <ac:picMkLst>
            <pc:docMk/>
            <pc:sldMk cId="1728738482" sldId="13786"/>
            <ac:picMk id="12" creationId="{58CFB382-4121-4C1C-A888-E95CF0F45A96}"/>
          </ac:picMkLst>
        </pc:picChg>
        <pc:picChg chg="del">
          <ac:chgData name="Kelio Prazeres" userId="b28eddd5-5711-46aa-9df6-0b1d03d3706c" providerId="ADAL" clId="{80E08114-BBAC-4BDA-B0C4-9A4BE1029257}" dt="2024-11-26T12:38:31.339" v="476" actId="478"/>
          <ac:picMkLst>
            <pc:docMk/>
            <pc:sldMk cId="1728738482" sldId="13786"/>
            <ac:picMk id="14" creationId="{2A8054D7-23B3-4AB1-AECE-6321DC7355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5290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63032" y="0"/>
            <a:ext cx="2955290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395D7-578D-4467-B0BF-51306327C6D5}" type="datetimeFigureOut">
              <a:rPr lang="pt-BR" smtClean="0"/>
              <a:t>26/11/2024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1990" y="4773374"/>
            <a:ext cx="5455920" cy="3905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55290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63032" y="9421044"/>
            <a:ext cx="2955290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4F1A6-782F-4657-B11D-150B1D2339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86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E5CE-BDBC-4C72-942C-7671EB6F49A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44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8">
            <a:extLst>
              <a:ext uri="{FF2B5EF4-FFF2-40B4-BE49-F238E27FC236}">
                <a16:creationId xmlns:a16="http://schemas.microsoft.com/office/drawing/2014/main" id="{ECD6A510-CE73-40BD-A4B6-D71DF082D1F2}"/>
              </a:ext>
            </a:extLst>
          </p:cNvPr>
          <p:cNvSpPr/>
          <p:nvPr userDrawn="1"/>
        </p:nvSpPr>
        <p:spPr>
          <a:xfrm>
            <a:off x="0" y="1"/>
            <a:ext cx="12192000" cy="4754563"/>
          </a:xfrm>
          <a:prstGeom prst="rect">
            <a:avLst/>
          </a:prstGeom>
          <a:solidFill>
            <a:srgbClr val="007E7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>
            <a:lvl1pPr defTabSz="457200"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defTabSz="371292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pt-BR" altLang="en-US" sz="1462" b="0" kern="0" dirty="0">
              <a:solidFill>
                <a:srgbClr val="FFFFFF"/>
              </a:solidFill>
              <a:ea typeface="+mn-ea"/>
            </a:endParaRPr>
          </a:p>
        </p:txBody>
      </p:sp>
      <p:pic>
        <p:nvPicPr>
          <p:cNvPr id="3" name="Imagem 5">
            <a:extLst>
              <a:ext uri="{FF2B5EF4-FFF2-40B4-BE49-F238E27FC236}">
                <a16:creationId xmlns:a16="http://schemas.microsoft.com/office/drawing/2014/main" id="{70562388-E56B-4D6B-9B15-90F89E2344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801" y="6196014"/>
            <a:ext cx="95152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496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4" hidden="1">
            <a:extLst>
              <a:ext uri="{FF2B5EF4-FFF2-40B4-BE49-F238E27FC236}">
                <a16:creationId xmlns:a16="http://schemas.microsoft.com/office/drawing/2014/main" id="{1D20C7DC-7C5B-44ED-9851-65B411A8D2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3" name="Objeto 4" hidden="1">
                        <a:extLst>
                          <a:ext uri="{FF2B5EF4-FFF2-40B4-BE49-F238E27FC236}">
                            <a16:creationId xmlns:a16="http://schemas.microsoft.com/office/drawing/2014/main" id="{1D20C7DC-7C5B-44ED-9851-65B411A8D2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 hidden="1">
            <a:extLst>
              <a:ext uri="{FF2B5EF4-FFF2-40B4-BE49-F238E27FC236}">
                <a16:creationId xmlns:a16="http://schemas.microsoft.com/office/drawing/2014/main" id="{95017A6D-0763-43A0-A6A3-C65D6471A0F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algn="ctr">
              <a:lnSpc>
                <a:spcPct val="85000"/>
              </a:lnSpc>
              <a:defRPr/>
            </a:pPr>
            <a:endParaRPr lang="pt-BR" sz="2436" dirty="0">
              <a:solidFill>
                <a:schemeClr val="tx1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7E95C83-2C3C-44E3-8808-309CF02A6DBC}"/>
              </a:ext>
            </a:extLst>
          </p:cNvPr>
          <p:cNvSpPr txBox="1"/>
          <p:nvPr userDrawn="1"/>
        </p:nvSpPr>
        <p:spPr>
          <a:xfrm>
            <a:off x="244231" y="6492876"/>
            <a:ext cx="959338" cy="20002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defTabSz="579216">
              <a:defRPr/>
            </a:pPr>
            <a:fld id="{1B2FDE89-E7C3-4C67-BC5A-838C6331243B}" type="slidenum">
              <a:rPr lang="pt-BR" sz="893">
                <a:solidFill>
                  <a:srgbClr val="646464"/>
                </a:solidFill>
              </a:rPr>
              <a:pPr defTabSz="579216">
                <a:defRPr/>
              </a:pPr>
              <a:t>‹nº›</a:t>
            </a:fld>
            <a:endParaRPr lang="pt-BR" sz="893" dirty="0">
              <a:solidFill>
                <a:srgbClr val="646464"/>
              </a:solidFill>
            </a:endParaRPr>
          </a:p>
        </p:txBody>
      </p:sp>
      <p:sp>
        <p:nvSpPr>
          <p:cNvPr id="6" name="Retângulo 3">
            <a:extLst>
              <a:ext uri="{FF2B5EF4-FFF2-40B4-BE49-F238E27FC236}">
                <a16:creationId xmlns:a16="http://schemas.microsoft.com/office/drawing/2014/main" id="{6FAC88E6-AB06-4184-A7E5-A37F233B898E}"/>
              </a:ext>
            </a:extLst>
          </p:cNvPr>
          <p:cNvSpPr/>
          <p:nvPr userDrawn="1"/>
        </p:nvSpPr>
        <p:spPr>
          <a:xfrm>
            <a:off x="0" y="6718300"/>
            <a:ext cx="12186139" cy="139700"/>
          </a:xfrm>
          <a:prstGeom prst="rect">
            <a:avLst/>
          </a:prstGeom>
          <a:solidFill>
            <a:srgbClr val="107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442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92F7E1D6-84C4-42AF-88DF-5BE2A34BB0A5}"/>
              </a:ext>
            </a:extLst>
          </p:cNvPr>
          <p:cNvSpPr txBox="1"/>
          <p:nvPr userDrawn="1"/>
        </p:nvSpPr>
        <p:spPr>
          <a:xfrm>
            <a:off x="244231" y="6492876"/>
            <a:ext cx="959338" cy="20002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defTabSz="579216">
              <a:defRPr/>
            </a:pPr>
            <a:fld id="{96C6D1AF-7BE7-441C-AA53-4C27691FE67C}" type="slidenum">
              <a:rPr lang="pt-BR" sz="893">
                <a:solidFill>
                  <a:srgbClr val="646464"/>
                </a:solidFill>
              </a:rPr>
              <a:pPr defTabSz="579216">
                <a:defRPr/>
              </a:pPr>
              <a:t>‹nº›</a:t>
            </a:fld>
            <a:endParaRPr lang="pt-BR" sz="893" dirty="0">
              <a:solidFill>
                <a:srgbClr val="646464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E8A86A-CFE0-4763-9AC8-40F70F84FD2A}"/>
              </a:ext>
            </a:extLst>
          </p:cNvPr>
          <p:cNvSpPr/>
          <p:nvPr userDrawn="1"/>
        </p:nvSpPr>
        <p:spPr>
          <a:xfrm>
            <a:off x="0" y="6718300"/>
            <a:ext cx="12186139" cy="139700"/>
          </a:xfrm>
          <a:prstGeom prst="rect">
            <a:avLst/>
          </a:prstGeom>
          <a:solidFill>
            <a:srgbClr val="107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026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C8953F8A-139C-460D-8D4A-D2F33D68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1DD44-D1EA-4E15-A7B5-85FE0FC9DBB0}" type="datetimeFigureOut">
              <a:rPr lang="pt-BR"/>
              <a:pPr>
                <a:defRPr/>
              </a:pPr>
              <a:t>26/11/2024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C94776C7-8959-413E-AA1E-DC97A57F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BFC29E28-0989-4046-B2AD-6EC843A2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EEDD0-BCB8-402A-9AE4-3ECB3794AF1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329156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8"/>
          <p:cNvSpPr/>
          <p:nvPr userDrawn="1"/>
        </p:nvSpPr>
        <p:spPr>
          <a:xfrm>
            <a:off x="0" y="3"/>
            <a:ext cx="12192000" cy="4754879"/>
          </a:xfrm>
          <a:prstGeom prst="rect">
            <a:avLst/>
          </a:prstGeom>
          <a:solidFill>
            <a:srgbClr val="007E7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>
            <a:lvl1pPr defTabSz="457200"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371292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altLang="en-US" sz="1462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0" name="Imagem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0467" y="6195797"/>
            <a:ext cx="951809" cy="52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9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47E8A06-A708-4219-A360-3396B41C15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47E8A06-A708-4219-A360-3396B41C15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 hidden="1">
            <a:extLst>
              <a:ext uri="{FF2B5EF4-FFF2-40B4-BE49-F238E27FC236}">
                <a16:creationId xmlns:a16="http://schemas.microsoft.com/office/drawing/2014/main" id="{B94BC807-30C2-4AA9-A6FC-F1819C1D95B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lvl="0" indent="0" algn="ctr" ea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pt-BR" sz="2436" b="1" i="0" baseline="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01600"/>
            <a:ext cx="10972800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Click to edit Master title style</a:t>
            </a:r>
            <a:endParaRPr lang="pt-B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243987" y="6492240"/>
            <a:ext cx="959500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defTabSz="579216"/>
            <a:fld id="{9AE4D82F-B047-469B-AC52-A46321747EAF}" type="slidenum">
              <a:rPr lang="pt-BR" sz="893" smtClean="0">
                <a:solidFill>
                  <a:srgbClr val="646464"/>
                </a:solidFill>
              </a:rPr>
              <a:pPr defTabSz="579216"/>
              <a:t>‹nº›</a:t>
            </a:fld>
            <a:endParaRPr lang="pt-BR" sz="893" dirty="0">
              <a:solidFill>
                <a:srgbClr val="646464"/>
              </a:solidFill>
            </a:endParaRPr>
          </a:p>
        </p:txBody>
      </p:sp>
      <p:sp>
        <p:nvSpPr>
          <p:cNvPr id="10" name="Retângulo 3"/>
          <p:cNvSpPr/>
          <p:nvPr userDrawn="1"/>
        </p:nvSpPr>
        <p:spPr>
          <a:xfrm>
            <a:off x="1" y="6717792"/>
            <a:ext cx="12185653" cy="140208"/>
          </a:xfrm>
          <a:prstGeom prst="rect">
            <a:avLst/>
          </a:prstGeom>
          <a:solidFill>
            <a:srgbClr val="107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98058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01600"/>
            <a:ext cx="10972800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Click to edit Master title style</a:t>
            </a:r>
            <a:endParaRPr lang="pt-BR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243987" y="6492240"/>
            <a:ext cx="959500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defTabSz="579216"/>
            <a:fld id="{9AE4D82F-B047-469B-AC52-A46321747EAF}" type="slidenum">
              <a:rPr lang="pt-BR" sz="893" smtClean="0">
                <a:solidFill>
                  <a:srgbClr val="646464"/>
                </a:solidFill>
              </a:rPr>
              <a:pPr defTabSz="579216"/>
              <a:t>‹nº›</a:t>
            </a:fld>
            <a:endParaRPr lang="pt-BR" sz="893" dirty="0">
              <a:solidFill>
                <a:srgbClr val="646464"/>
              </a:solidFill>
            </a:endParaRPr>
          </a:p>
        </p:txBody>
      </p:sp>
      <p:sp>
        <p:nvSpPr>
          <p:cNvPr id="7" name="Retângulo 3"/>
          <p:cNvSpPr/>
          <p:nvPr userDrawn="1"/>
        </p:nvSpPr>
        <p:spPr>
          <a:xfrm>
            <a:off x="1" y="6717792"/>
            <a:ext cx="12185653" cy="140208"/>
          </a:xfrm>
          <a:prstGeom prst="rect">
            <a:avLst/>
          </a:prstGeom>
          <a:solidFill>
            <a:srgbClr val="107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64106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66B3A066-1B97-4E06-A64F-C5E9FBA1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C4DE8-74A0-4A46-8732-6ADFD53C94FF}" type="datetimeFigureOut">
              <a:rPr lang="pt-BR"/>
              <a:pPr>
                <a:defRPr/>
              </a:pPr>
              <a:t>26/11/2024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03224905-D32E-4FFB-8FCE-BE3472F2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1E033E1-D232-425E-AFE0-7C7E8220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597E9-977F-458C-B361-871F7AE3106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624763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8">
            <a:extLst>
              <a:ext uri="{FF2B5EF4-FFF2-40B4-BE49-F238E27FC236}">
                <a16:creationId xmlns:a16="http://schemas.microsoft.com/office/drawing/2014/main" id="{53BE1F41-BF7F-4584-8057-BE3D9505FB81}"/>
              </a:ext>
            </a:extLst>
          </p:cNvPr>
          <p:cNvSpPr/>
          <p:nvPr userDrawn="1"/>
        </p:nvSpPr>
        <p:spPr>
          <a:xfrm>
            <a:off x="0" y="1"/>
            <a:ext cx="12192000" cy="4754563"/>
          </a:xfrm>
          <a:prstGeom prst="rect">
            <a:avLst/>
          </a:prstGeom>
          <a:solidFill>
            <a:srgbClr val="007E7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>
            <a:lvl1pPr defTabSz="457200"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defTabSz="301675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pt-BR" altLang="en-US" sz="1188" b="0" kern="0" dirty="0">
              <a:solidFill>
                <a:srgbClr val="FFFFFF"/>
              </a:solidFill>
              <a:ea typeface="+mn-ea"/>
            </a:endParaRPr>
          </a:p>
        </p:txBody>
      </p:sp>
      <p:pic>
        <p:nvPicPr>
          <p:cNvPr id="3" name="Imagem 5">
            <a:extLst>
              <a:ext uri="{FF2B5EF4-FFF2-40B4-BE49-F238E27FC236}">
                <a16:creationId xmlns:a16="http://schemas.microsoft.com/office/drawing/2014/main" id="{23671C7B-A572-44BA-9C00-E31B6CA491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801" y="6196014"/>
            <a:ext cx="95152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900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4" hidden="1">
            <a:extLst>
              <a:ext uri="{FF2B5EF4-FFF2-40B4-BE49-F238E27FC236}">
                <a16:creationId xmlns:a16="http://schemas.microsoft.com/office/drawing/2014/main" id="{7B1CB702-0515-452C-8188-C698915DCC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3" name="Objeto 4" hidden="1">
                        <a:extLst>
                          <a:ext uri="{FF2B5EF4-FFF2-40B4-BE49-F238E27FC236}">
                            <a16:creationId xmlns:a16="http://schemas.microsoft.com/office/drawing/2014/main" id="{7B1CB702-0515-452C-8188-C698915DCC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 hidden="1">
            <a:extLst>
              <a:ext uri="{FF2B5EF4-FFF2-40B4-BE49-F238E27FC236}">
                <a16:creationId xmlns:a16="http://schemas.microsoft.com/office/drawing/2014/main" id="{3E051C13-7B90-4077-B187-43908152A50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algn="ctr">
              <a:lnSpc>
                <a:spcPct val="85000"/>
              </a:lnSpc>
              <a:defRPr/>
            </a:pPr>
            <a:endParaRPr lang="pt-BR" sz="1979" dirty="0">
              <a:solidFill>
                <a:schemeClr val="tx1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A719925-4488-460B-957F-90C57E177AE4}"/>
              </a:ext>
            </a:extLst>
          </p:cNvPr>
          <p:cNvSpPr txBox="1"/>
          <p:nvPr userDrawn="1"/>
        </p:nvSpPr>
        <p:spPr>
          <a:xfrm>
            <a:off x="244231" y="6492876"/>
            <a:ext cx="959338" cy="20002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defTabSz="470613">
              <a:defRPr/>
            </a:pPr>
            <a:fld id="{1D0B70DF-5245-456D-98BE-21858ADC7519}" type="slidenum">
              <a:rPr lang="pt-BR" sz="726">
                <a:solidFill>
                  <a:srgbClr val="646464"/>
                </a:solidFill>
              </a:rPr>
              <a:pPr defTabSz="470613">
                <a:defRPr/>
              </a:pPr>
              <a:t>‹nº›</a:t>
            </a:fld>
            <a:endParaRPr lang="pt-BR" sz="726" dirty="0">
              <a:solidFill>
                <a:srgbClr val="646464"/>
              </a:solidFill>
            </a:endParaRPr>
          </a:p>
        </p:txBody>
      </p:sp>
      <p:sp>
        <p:nvSpPr>
          <p:cNvPr id="6" name="Retângulo 3">
            <a:extLst>
              <a:ext uri="{FF2B5EF4-FFF2-40B4-BE49-F238E27FC236}">
                <a16:creationId xmlns:a16="http://schemas.microsoft.com/office/drawing/2014/main" id="{C63D8C61-1275-46A2-9A8C-AD6BEFA247DD}"/>
              </a:ext>
            </a:extLst>
          </p:cNvPr>
          <p:cNvSpPr/>
          <p:nvPr userDrawn="1"/>
        </p:nvSpPr>
        <p:spPr>
          <a:xfrm>
            <a:off x="0" y="6718300"/>
            <a:ext cx="12186139" cy="139700"/>
          </a:xfrm>
          <a:prstGeom prst="rect">
            <a:avLst/>
          </a:prstGeom>
          <a:solidFill>
            <a:srgbClr val="107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46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278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6816CD21-E3D2-4D02-B9FB-928597FFF7F7}"/>
              </a:ext>
            </a:extLst>
          </p:cNvPr>
          <p:cNvSpPr txBox="1"/>
          <p:nvPr userDrawn="1"/>
        </p:nvSpPr>
        <p:spPr>
          <a:xfrm>
            <a:off x="244231" y="6492876"/>
            <a:ext cx="959338" cy="20002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defTabSz="470613">
              <a:defRPr/>
            </a:pPr>
            <a:fld id="{0C04A8CF-BDFD-43E0-BE1B-51F14F7E2E30}" type="slidenum">
              <a:rPr lang="pt-BR" sz="726">
                <a:solidFill>
                  <a:srgbClr val="646464"/>
                </a:solidFill>
              </a:rPr>
              <a:pPr defTabSz="470613">
                <a:defRPr/>
              </a:pPr>
              <a:t>‹nº›</a:t>
            </a:fld>
            <a:endParaRPr lang="pt-BR" sz="726" dirty="0">
              <a:solidFill>
                <a:srgbClr val="646464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00FAAAC-3C5F-4793-8E91-CC08D3F7120B}"/>
              </a:ext>
            </a:extLst>
          </p:cNvPr>
          <p:cNvSpPr/>
          <p:nvPr userDrawn="1"/>
        </p:nvSpPr>
        <p:spPr>
          <a:xfrm>
            <a:off x="0" y="6718300"/>
            <a:ext cx="12186139" cy="139700"/>
          </a:xfrm>
          <a:prstGeom prst="rect">
            <a:avLst/>
          </a:prstGeom>
          <a:solidFill>
            <a:srgbClr val="107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46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6596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F2BEA32A-DCCA-46DD-A36D-1F1262D9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3D888-7515-46CF-B723-1165E126499F}" type="datetimeFigureOut">
              <a:rPr lang="pt-BR"/>
              <a:pPr>
                <a:defRPr/>
              </a:pPr>
              <a:t>26/11/2024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7F7DBF90-6A7D-488D-8DF7-A0B0AA0C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FEC8585-426A-4DDA-9FDC-82DD745D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D1473-FFCC-4304-B484-C472FDC9290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7479411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Fonte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ED6CF5C-38E2-4CDE-B39B-60EF91385C5A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3F56DF4-D516-4C55-B93E-19913AD49180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CF7FE7B4-1EC0-487C-8257-1F9DE87E4FF0}"/>
              </a:ext>
            </a:extLst>
          </p:cNvPr>
          <p:cNvSpPr/>
          <p:nvPr userDrawn="1"/>
        </p:nvSpPr>
        <p:spPr>
          <a:xfrm>
            <a:off x="0" y="4108450"/>
            <a:ext cx="12192000" cy="141288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16" y="4513134"/>
            <a:ext cx="10648968" cy="1073111"/>
          </a:xfrm>
        </p:spPr>
        <p:txBody>
          <a:bodyPr>
            <a:noAutofit/>
          </a:bodyPr>
          <a:lstStyle>
            <a:lvl1pPr algn="l">
              <a:defRPr sz="3300" b="1" cap="none">
                <a:solidFill>
                  <a:srgbClr val="747678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16" y="5586240"/>
            <a:ext cx="8879435" cy="341312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74767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4134556"/>
          </a:xfrm>
        </p:spPr>
        <p:txBody>
          <a:bodyPr rtlCol="0">
            <a:normAutofit/>
          </a:bodyPr>
          <a:lstStyle/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1"/>
          </p:nvPr>
        </p:nvSpPr>
        <p:spPr>
          <a:xfrm>
            <a:off x="677316" y="6098471"/>
            <a:ext cx="8879435" cy="34131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Contendo o nome do apresentador	   E a data (xx/xx/xxxx)</a:t>
            </a:r>
          </a:p>
        </p:txBody>
      </p:sp>
    </p:spTree>
    <p:extLst>
      <p:ext uri="{BB962C8B-B14F-4D97-AF65-F5344CB8AC3E}">
        <p14:creationId xmlns:p14="http://schemas.microsoft.com/office/powerpoint/2010/main" val="2407928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SEM FOTO - Fonte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B376FEA2-AD42-4ABE-B706-39DD8E19CEC5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45D0380-3650-40FD-A7B3-66A8AA8F1887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5BD6E93-4BB8-4E91-AA2E-23EEB36BACB8}"/>
              </a:ext>
            </a:extLst>
          </p:cNvPr>
          <p:cNvSpPr/>
          <p:nvPr userDrawn="1"/>
        </p:nvSpPr>
        <p:spPr>
          <a:xfrm>
            <a:off x="0" y="1"/>
            <a:ext cx="12192000" cy="3419475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16" y="1998534"/>
            <a:ext cx="10648968" cy="1073111"/>
          </a:xfrm>
        </p:spPr>
        <p:txBody>
          <a:bodyPr>
            <a:noAutofit/>
          </a:bodyPr>
          <a:lstStyle>
            <a:lvl1pPr algn="l">
              <a:defRPr sz="3300" b="1" cap="none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16" y="3787920"/>
            <a:ext cx="8879435" cy="341312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74767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1"/>
          </p:nvPr>
        </p:nvSpPr>
        <p:spPr>
          <a:xfrm>
            <a:off x="677316" y="4300151"/>
            <a:ext cx="8879435" cy="34131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Contendo o nome do apresentador	   E a data (xx/xx/xxxx)</a:t>
            </a:r>
          </a:p>
        </p:txBody>
      </p:sp>
    </p:spTree>
    <p:extLst>
      <p:ext uri="{BB962C8B-B14F-4D97-AF65-F5344CB8AC3E}">
        <p14:creationId xmlns:p14="http://schemas.microsoft.com/office/powerpoint/2010/main" val="675540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745054" y="566317"/>
            <a:ext cx="10578127" cy="11451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759472" y="2107837"/>
            <a:ext cx="10561925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3056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1" y="2107837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6280751" y="2108810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5992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1" y="2107839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6" name="Content Placeholder 2"/>
          <p:cNvSpPr>
            <a:spLocks noGrp="1"/>
          </p:cNvSpPr>
          <p:nvPr>
            <p:ph idx="12"/>
          </p:nvPr>
        </p:nvSpPr>
        <p:spPr>
          <a:xfrm>
            <a:off x="759481" y="4142522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280751" y="2107839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6280751" y="4142522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3250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0" y="2107838"/>
            <a:ext cx="10554781" cy="1825315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9482" y="4079394"/>
            <a:ext cx="10554781" cy="1742198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3144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4C7BF220-74E2-48FA-94BB-9078194863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4767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9FB55D3-E01C-46D7-9053-A30C16F88F42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6580717" y="2620434"/>
            <a:ext cx="7975600" cy="161713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824"/>
              </a:spcBef>
              <a:buFont typeface="Arial"/>
              <a:buNone/>
              <a:defRPr sz="160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pt-BR" sz="14000" b="1" spc="-1200" dirty="0">
                <a:solidFill>
                  <a:srgbClr val="FFFFFF"/>
                </a:solidFill>
              </a:rPr>
              <a:t>Disclaimer</a:t>
            </a:r>
            <a:endParaRPr lang="en-US" sz="14000" b="1" spc="-1200" dirty="0">
              <a:solidFill>
                <a:srgbClr val="FFFFFF"/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115810" y="657227"/>
            <a:ext cx="7416799" cy="5578476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subtitle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54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78A4350-3E42-4D4B-BAD8-A61DAB577C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E7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59F526-3222-4B0A-91F9-E4E4DDC946FC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54410" y="1648884"/>
            <a:ext cx="7334250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593754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2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03928F1-3738-40C7-A52A-3C6F0868F7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F15D34-E39E-4F0A-87A1-F51370A808A1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45943" y="1633009"/>
            <a:ext cx="7334250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883845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0ED40416-0CAF-4A87-8225-E19E7935CE9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0998C87-3B5F-4F50-A540-A0E1070312F2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35359" y="1637772"/>
            <a:ext cx="7334251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7986499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D9B177FF-6453-4501-906C-B9EB4C5E8A4C}"/>
              </a:ext>
            </a:extLst>
          </p:cNvPr>
          <p:cNvCxnSpPr/>
          <p:nvPr userDrawn="1"/>
        </p:nvCxnSpPr>
        <p:spPr>
          <a:xfrm>
            <a:off x="751418" y="1203325"/>
            <a:ext cx="105621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72" y="441430"/>
            <a:ext cx="10554789" cy="76236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lang="pt-BR" sz="1600" b="0" dirty="0" smtClean="0"/>
            </a:lvl1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1292697"/>
            <a:ext cx="10561925" cy="7266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2338" y="2108206"/>
            <a:ext cx="10561925" cy="3649887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99472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tion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1D941CBF-4BAF-4E85-A1EF-A35DD33CD8B1}"/>
              </a:ext>
            </a:extLst>
          </p:cNvPr>
          <p:cNvCxnSpPr/>
          <p:nvPr userDrawn="1"/>
        </p:nvCxnSpPr>
        <p:spPr>
          <a:xfrm>
            <a:off x="751418" y="1203325"/>
            <a:ext cx="105621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72" y="441430"/>
            <a:ext cx="10554789" cy="76236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lang="pt-BR" sz="1600" b="0" dirty="0" smtClean="0"/>
            </a:lvl1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1292697"/>
            <a:ext cx="10561925" cy="7266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759481" y="2107837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6262278" y="2108810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8461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ando Valor -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64B11436-6CE9-4CE1-A45A-267D436278FB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A8B849-409A-4547-A23A-83364A555461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0EBD239-A4E3-4443-9A61-2A2F2F6C5458}"/>
              </a:ext>
            </a:extLst>
          </p:cNvPr>
          <p:cNvSpPr/>
          <p:nvPr userDrawn="1"/>
        </p:nvSpPr>
        <p:spPr>
          <a:xfrm>
            <a:off x="0" y="4362450"/>
            <a:ext cx="12192000" cy="141288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25" y="4753018"/>
            <a:ext cx="9419183" cy="1533483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defRPr sz="5300" b="1" cap="none">
                <a:solidFill>
                  <a:srgbClr val="747678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4362451"/>
          </a:xfrm>
        </p:spPr>
        <p:txBody>
          <a:bodyPr rtlCol="0">
            <a:normAutofit/>
          </a:bodyPr>
          <a:lstStyle/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628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545B6-5F7C-4794-BB07-4EDD2AC8BC45}" type="datetimeFigureOut">
              <a:rPr lang="pt-BR" smtClean="0"/>
              <a:t>26/11/2024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B7642-98C5-4FC7-A106-194331B5377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599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1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to 1" hidden="1">
            <a:extLst>
              <a:ext uri="{FF2B5EF4-FFF2-40B4-BE49-F238E27FC236}">
                <a16:creationId xmlns:a16="http://schemas.microsoft.com/office/drawing/2014/main" id="{142F19DB-E032-4962-AA3E-8E613A8CF7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7" imgW="360" imgH="360" progId="TCLayout.ActiveDocument.1">
                  <p:embed/>
                </p:oleObj>
              </mc:Choice>
              <mc:Fallback>
                <p:oleObj name="Slide do think-cell" r:id="rId7" imgW="360" imgH="360" progId="TCLayout.ActiveDocument.1">
                  <p:embed/>
                  <p:pic>
                    <p:nvPicPr>
                      <p:cNvPr id="4098" name="Objeto 1" hidden="1">
                        <a:extLst>
                          <a:ext uri="{FF2B5EF4-FFF2-40B4-BE49-F238E27FC236}">
                            <a16:creationId xmlns:a16="http://schemas.microsoft.com/office/drawing/2014/main" id="{142F19DB-E032-4962-AA3E-8E613A8CF7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696EE9-0164-445F-9068-BFC4B35E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1614"/>
            <a:ext cx="10966939" cy="8604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to edit Master title style</a:t>
            </a:r>
            <a:endParaRPr lang="pt-B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863AC9D-3CEA-448C-B4AA-C4F1DAB0B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25575"/>
            <a:ext cx="10966939" cy="4699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503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</p:sldLayoutIdLst>
  <p:hf sldNum="0" hdr="0"/>
  <p:txStyles>
    <p:titleStyle>
      <a:lvl1pPr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+mn-lt"/>
          <a:ea typeface="+mj-ea"/>
          <a:cs typeface="Arial" pitchFamily="34" charset="0"/>
        </a:defRPr>
      </a:lvl1pPr>
      <a:lvl2pPr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741363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88925" indent="-288925" algn="l" defTabSz="741363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900" kern="1200">
          <a:solidFill>
            <a:schemeClr val="bg1"/>
          </a:solidFill>
          <a:latin typeface="+mn-lt"/>
          <a:ea typeface="+mn-ea"/>
          <a:cs typeface="+mn-cs"/>
        </a:defRPr>
      </a:lvl1pPr>
      <a:lvl2pPr marL="577850" indent="-288925" algn="l" defTabSz="741363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868363" indent="-288925" algn="l" defTabSz="741363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157288" indent="-288925" algn="l" defTabSz="741363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447800" indent="-288925" algn="l" defTabSz="741363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042107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6pPr>
      <a:lvl7pPr marL="2413399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7pPr>
      <a:lvl8pPr marL="2784691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8pPr>
      <a:lvl9pPr marL="3155983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292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584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3876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168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6461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7753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599045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0337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FF89FDF5-14AE-4A72-9612-C860EB546D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7" imgW="421" imgH="423" progId="TCLayout.ActiveDocument.1">
                  <p:embed/>
                </p:oleObj>
              </mc:Choice>
              <mc:Fallback>
                <p:oleObj name="Slide do think-cell" r:id="rId7" imgW="421" imgH="423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FF89FDF5-14AE-4A72-9612-C860EB546D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9283" y="201600"/>
            <a:ext cx="10967088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to edit Master title style</a:t>
            </a:r>
            <a:endParaRPr lang="pt-BR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283" y="1425606"/>
            <a:ext cx="10967088" cy="4698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9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</p:sldLayoutIdLst>
  <p:hf sldNum="0" hdr="0"/>
  <p:txStyles>
    <p:titleStyle>
      <a:lvl1pPr algn="l" defTabSz="742584" rtl="0" eaLnBrk="1" latinLnBrk="0" hangingPunct="1">
        <a:lnSpc>
          <a:spcPct val="85000"/>
        </a:lnSpc>
        <a:spcBef>
          <a:spcPct val="0"/>
        </a:spcBef>
        <a:buNone/>
        <a:defRPr sz="2436" b="1" kern="1200">
          <a:solidFill>
            <a:schemeClr val="bg1"/>
          </a:solidFill>
          <a:latin typeface="+mn-lt"/>
          <a:ea typeface="+mj-ea"/>
          <a:cs typeface="Arial" pitchFamily="34" charset="0"/>
        </a:defRPr>
      </a:lvl1pPr>
    </p:titleStyle>
    <p:bodyStyle>
      <a:lvl1pPr marL="289608" indent="-289608" algn="l" defTabSz="742584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949" kern="1200">
          <a:solidFill>
            <a:schemeClr val="bg1"/>
          </a:solidFill>
          <a:latin typeface="+mn-lt"/>
          <a:ea typeface="+mn-ea"/>
          <a:cs typeface="+mn-cs"/>
        </a:defRPr>
      </a:lvl1pPr>
      <a:lvl2pPr marL="579216" indent="-289608" algn="l" defTabSz="742584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24" kern="1200">
          <a:solidFill>
            <a:schemeClr val="bg1"/>
          </a:solidFill>
          <a:latin typeface="+mn-lt"/>
          <a:ea typeface="+mn-ea"/>
          <a:cs typeface="+mn-cs"/>
        </a:defRPr>
      </a:lvl2pPr>
      <a:lvl3pPr marL="868824" indent="-289608" algn="l" defTabSz="742584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462" kern="1200">
          <a:solidFill>
            <a:schemeClr val="bg1"/>
          </a:solidFill>
          <a:latin typeface="+mn-lt"/>
          <a:ea typeface="+mn-ea"/>
          <a:cs typeface="+mn-cs"/>
        </a:defRPr>
      </a:lvl3pPr>
      <a:lvl4pPr marL="1158431" indent="-289608" algn="l" defTabSz="742584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299" kern="1200">
          <a:solidFill>
            <a:schemeClr val="bg1"/>
          </a:solidFill>
          <a:latin typeface="+mn-lt"/>
          <a:ea typeface="+mn-ea"/>
          <a:cs typeface="+mn-cs"/>
        </a:defRPr>
      </a:lvl4pPr>
      <a:lvl5pPr marL="1448039" indent="-289608" algn="l" defTabSz="742584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299" kern="1200">
          <a:solidFill>
            <a:schemeClr val="bg1"/>
          </a:solidFill>
          <a:latin typeface="+mn-lt"/>
          <a:ea typeface="+mn-ea"/>
          <a:cs typeface="+mn-cs"/>
        </a:defRPr>
      </a:lvl5pPr>
      <a:lvl6pPr marL="2042107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6pPr>
      <a:lvl7pPr marL="2413399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7pPr>
      <a:lvl8pPr marL="2784691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8pPr>
      <a:lvl9pPr marL="3155983" indent="-185646" algn="l" defTabSz="742584" rtl="0" eaLnBrk="1" latinLnBrk="0" hangingPunct="1">
        <a:spcBef>
          <a:spcPct val="20000"/>
        </a:spcBef>
        <a:buFont typeface="Arial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292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584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3876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168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6461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7753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599045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0337" algn="l" defTabSz="742584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to 1" hidden="1">
            <a:extLst>
              <a:ext uri="{FF2B5EF4-FFF2-40B4-BE49-F238E27FC236}">
                <a16:creationId xmlns:a16="http://schemas.microsoft.com/office/drawing/2014/main" id="{B69B735D-0200-46DC-BE20-670D0CD8CC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7" imgW="360" imgH="360" progId="TCLayout.ActiveDocument.1">
                  <p:embed/>
                </p:oleObj>
              </mc:Choice>
              <mc:Fallback>
                <p:oleObj name="Slide do think-cell" r:id="rId7" imgW="360" imgH="360" progId="TCLayout.ActiveDocument.1">
                  <p:embed/>
                  <p:pic>
                    <p:nvPicPr>
                      <p:cNvPr id="4098" name="Objeto 1" hidden="1">
                        <a:extLst>
                          <a:ext uri="{FF2B5EF4-FFF2-40B4-BE49-F238E27FC236}">
                            <a16:creationId xmlns:a16="http://schemas.microsoft.com/office/drawing/2014/main" id="{B69B735D-0200-46DC-BE20-670D0CD8CC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Title Placeholder 1">
            <a:extLst>
              <a:ext uri="{FF2B5EF4-FFF2-40B4-BE49-F238E27FC236}">
                <a16:creationId xmlns:a16="http://schemas.microsoft.com/office/drawing/2014/main" id="{327BB89D-54ED-48DD-B6A2-7271E422A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01614"/>
            <a:ext cx="10966939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</a:p>
        </p:txBody>
      </p:sp>
      <p:sp>
        <p:nvSpPr>
          <p:cNvPr id="4100" name="Text Placeholder 2">
            <a:extLst>
              <a:ext uri="{FF2B5EF4-FFF2-40B4-BE49-F238E27FC236}">
                <a16:creationId xmlns:a16="http://schemas.microsoft.com/office/drawing/2014/main" id="{79871821-B83B-47B6-B47C-68DDA5142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25575"/>
            <a:ext cx="10966939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124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</p:sldLayoutIdLst>
  <p:hf sldNum="0" hdr="0"/>
  <p:txStyles>
    <p:titleStyle>
      <a:lvl1pPr algn="l" defTabSz="60325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1900" b="1" kern="1200">
          <a:solidFill>
            <a:schemeClr val="bg1"/>
          </a:solidFill>
          <a:latin typeface="+mn-lt"/>
          <a:ea typeface="+mj-ea"/>
          <a:cs typeface="Arial" pitchFamily="34" charset="0"/>
        </a:defRPr>
      </a:lvl1pPr>
      <a:lvl2pPr algn="l" defTabSz="60325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0325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0325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0325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03250" rtl="0" fontAlgn="base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03250" rtl="0" fontAlgn="base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03250" rtl="0" fontAlgn="base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03250" rtl="0" fontAlgn="base">
        <a:lnSpc>
          <a:spcPct val="85000"/>
        </a:lnSpc>
        <a:spcBef>
          <a:spcPct val="0"/>
        </a:spcBef>
        <a:spcAft>
          <a:spcPct val="0"/>
        </a:spcAft>
        <a:defRPr sz="19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34950" indent="-234950" algn="l" defTabSz="60325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500" kern="1200">
          <a:solidFill>
            <a:schemeClr val="bg1"/>
          </a:solidFill>
          <a:latin typeface="+mn-lt"/>
          <a:ea typeface="+mn-ea"/>
          <a:cs typeface="+mn-cs"/>
        </a:defRPr>
      </a:lvl1pPr>
      <a:lvl2pPr marL="469900" indent="-234950" algn="l" defTabSz="60325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300" kern="1200">
          <a:solidFill>
            <a:schemeClr val="bg1"/>
          </a:solidFill>
          <a:latin typeface="+mn-lt"/>
          <a:ea typeface="+mn-ea"/>
          <a:cs typeface="+mn-cs"/>
        </a:defRPr>
      </a:lvl2pPr>
      <a:lvl3pPr marL="704850" indent="-234950" algn="l" defTabSz="60325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100" kern="1200">
          <a:solidFill>
            <a:schemeClr val="bg1"/>
          </a:solidFill>
          <a:latin typeface="+mn-lt"/>
          <a:ea typeface="+mn-ea"/>
          <a:cs typeface="+mn-cs"/>
        </a:defRPr>
      </a:lvl3pPr>
      <a:lvl4pPr marL="939800" indent="-234950" algn="l" defTabSz="60325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000" kern="1200">
          <a:solidFill>
            <a:schemeClr val="bg1"/>
          </a:solidFill>
          <a:latin typeface="+mn-lt"/>
          <a:ea typeface="+mn-ea"/>
          <a:cs typeface="+mn-cs"/>
        </a:defRPr>
      </a:lvl4pPr>
      <a:lvl5pPr marL="1176338" indent="-234950" algn="l" defTabSz="60325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000" kern="1200">
          <a:solidFill>
            <a:schemeClr val="bg1"/>
          </a:solidFill>
          <a:latin typeface="+mn-lt"/>
          <a:ea typeface="+mn-ea"/>
          <a:cs typeface="+mn-cs"/>
        </a:defRPr>
      </a:lvl5pPr>
      <a:lvl6pPr marL="1659212" indent="-150837" algn="l" defTabSz="603350" rtl="0" eaLnBrk="1" latinLnBrk="0" hangingPunct="1">
        <a:spcBef>
          <a:spcPct val="20000"/>
        </a:spcBef>
        <a:buFont typeface="Arial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1960887" indent="-150837" algn="l" defTabSz="603350" rtl="0" eaLnBrk="1" latinLnBrk="0" hangingPunct="1">
        <a:spcBef>
          <a:spcPct val="20000"/>
        </a:spcBef>
        <a:buFont typeface="Arial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262561" indent="-150837" algn="l" defTabSz="603350" rtl="0" eaLnBrk="1" latinLnBrk="0" hangingPunct="1">
        <a:spcBef>
          <a:spcPct val="20000"/>
        </a:spcBef>
        <a:buFont typeface="Arial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564236" indent="-150837" algn="l" defTabSz="603350" rtl="0" eaLnBrk="1" latinLnBrk="0" hangingPunct="1">
        <a:spcBef>
          <a:spcPct val="20000"/>
        </a:spcBef>
        <a:buFont typeface="Arial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1pPr>
      <a:lvl2pPr marL="301675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2pPr>
      <a:lvl3pPr marL="603350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3pPr>
      <a:lvl4pPr marL="905024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4pPr>
      <a:lvl5pPr marL="1206699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5pPr>
      <a:lvl6pPr marL="1508375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6pPr>
      <a:lvl7pPr marL="1810049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7pPr>
      <a:lvl8pPr marL="2111724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8pPr>
      <a:lvl9pPr marL="2413399" algn="l" defTabSz="603350" rtl="0" eaLnBrk="1" latinLnBrk="0" hangingPunct="1">
        <a:defRPr sz="11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80F1B-8275-4EC6-8C99-FFACFE33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68325"/>
            <a:ext cx="10562167" cy="11430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altLang="pt-BR"/>
              <a:t>A Vale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D2BD2E-6911-4474-BF40-79F5079BD5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62001" y="2101851"/>
            <a:ext cx="10562167" cy="371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Texto</a:t>
            </a:r>
            <a:endParaRPr lang="en-US" altLang="pt-BR"/>
          </a:p>
        </p:txBody>
      </p:sp>
      <p:pic>
        <p:nvPicPr>
          <p:cNvPr id="1028" name="Picture 3" descr="vale_4cu.eps">
            <a:extLst>
              <a:ext uri="{FF2B5EF4-FFF2-40B4-BE49-F238E27FC236}">
                <a16:creationId xmlns:a16="http://schemas.microsoft.com/office/drawing/2014/main" id="{9D54022D-1429-4297-8E4C-EFC2CF395BA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200" y="6048376"/>
            <a:ext cx="141393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062D12-E5FD-472A-B29A-1D643BEBE03E}"/>
              </a:ext>
            </a:extLst>
          </p:cNvPr>
          <p:cNvSpPr/>
          <p:nvPr userDrawn="1"/>
        </p:nvSpPr>
        <p:spPr>
          <a:xfrm>
            <a:off x="1" y="6729414"/>
            <a:ext cx="12187767" cy="128587"/>
          </a:xfrm>
          <a:prstGeom prst="rect">
            <a:avLst/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5113B8-FDFF-42B7-B7ED-C55510C00836}"/>
              </a:ext>
            </a:extLst>
          </p:cNvPr>
          <p:cNvSpPr txBox="1">
            <a:spLocks/>
          </p:cNvSpPr>
          <p:nvPr userDrawn="1"/>
        </p:nvSpPr>
        <p:spPr>
          <a:xfrm>
            <a:off x="785284" y="62039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E8E7E987-0C10-49E5-8F83-B1787533F26C}" type="slidenum">
              <a:rPr lang="en-US" altLang="pt-BR" sz="1200" smtClean="0">
                <a:solidFill>
                  <a:srgbClr val="FFFFFF"/>
                </a:solidFill>
              </a:rPr>
              <a:pPr eaLnBrk="1" hangingPunct="1">
                <a:defRPr/>
              </a:pPr>
              <a:t>‹nº›</a:t>
            </a:fld>
            <a:endParaRPr lang="en-US" altLang="pt-BR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55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300" b="1" kern="1200" spc="-150">
          <a:solidFill>
            <a:srgbClr val="747678"/>
          </a:solidFill>
          <a:latin typeface="Arial"/>
          <a:ea typeface="+mj-ea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9pPr>
    </p:titleStyle>
    <p:bodyStyle>
      <a:lvl1pPr algn="l" defTabSz="457200" rtl="0" eaLnBrk="0" fontAlgn="base" hangingPunct="0">
        <a:spcBef>
          <a:spcPts val="1825"/>
        </a:spcBef>
        <a:spcAft>
          <a:spcPct val="0"/>
        </a:spcAft>
        <a:buFont typeface="Arial" panose="020B0604020202020204" pitchFamily="34" charset="0"/>
        <a:defRPr kern="1200">
          <a:solidFill>
            <a:srgbClr val="747678"/>
          </a:solidFill>
          <a:latin typeface="Arial"/>
          <a:ea typeface="+mn-ea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tângulo: Cantos Arredondados 212">
            <a:extLst>
              <a:ext uri="{FF2B5EF4-FFF2-40B4-BE49-F238E27FC236}">
                <a16:creationId xmlns:a16="http://schemas.microsoft.com/office/drawing/2014/main" id="{9A71207C-9836-4116-A113-9722F6861A79}"/>
              </a:ext>
            </a:extLst>
          </p:cNvPr>
          <p:cNvSpPr/>
          <p:nvPr/>
        </p:nvSpPr>
        <p:spPr>
          <a:xfrm>
            <a:off x="0" y="61929"/>
            <a:ext cx="12192000" cy="542982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 defTabSz="685800">
              <a:spcAft>
                <a:spcPts val="1350"/>
              </a:spcAft>
              <a:defRPr/>
            </a:pPr>
            <a:r>
              <a:rPr lang="pt-BR" sz="3200" b="1" dirty="0">
                <a:solidFill>
                  <a:schemeClr val="bg1"/>
                </a:solidFill>
                <a:cs typeface="Arial"/>
              </a:rPr>
              <a:t>Informe de Segurança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216" name="Retângulo 215">
            <a:extLst>
              <a:ext uri="{FF2B5EF4-FFF2-40B4-BE49-F238E27FC236}">
                <a16:creationId xmlns:a16="http://schemas.microsoft.com/office/drawing/2014/main" id="{3E6601FB-1E67-4E13-8686-2007C19AE4A8}"/>
              </a:ext>
            </a:extLst>
          </p:cNvPr>
          <p:cNvSpPr/>
          <p:nvPr/>
        </p:nvSpPr>
        <p:spPr>
          <a:xfrm>
            <a:off x="892150" y="2645473"/>
            <a:ext cx="1747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defRPr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Gustavo Moreira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90895FD-CE77-4AA1-8050-51CEB4F49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92957"/>
              </p:ext>
            </p:extLst>
          </p:nvPr>
        </p:nvGraphicFramePr>
        <p:xfrm>
          <a:off x="363630" y="2338124"/>
          <a:ext cx="11464739" cy="1251396"/>
        </p:xfrm>
        <a:graphic>
          <a:graphicData uri="http://schemas.openxmlformats.org/drawingml/2006/table">
            <a:tbl>
              <a:tblPr/>
              <a:tblGrid>
                <a:gridCol w="1032443">
                  <a:extLst>
                    <a:ext uri="{9D8B030D-6E8A-4147-A177-3AD203B41FA5}">
                      <a16:colId xmlns:a16="http://schemas.microsoft.com/office/drawing/2014/main" val="1059819935"/>
                    </a:ext>
                  </a:extLst>
                </a:gridCol>
                <a:gridCol w="755070">
                  <a:extLst>
                    <a:ext uri="{9D8B030D-6E8A-4147-A177-3AD203B41FA5}">
                      <a16:colId xmlns:a16="http://schemas.microsoft.com/office/drawing/2014/main" val="4243600919"/>
                    </a:ext>
                  </a:extLst>
                </a:gridCol>
                <a:gridCol w="2080296">
                  <a:extLst>
                    <a:ext uri="{9D8B030D-6E8A-4147-A177-3AD203B41FA5}">
                      <a16:colId xmlns:a16="http://schemas.microsoft.com/office/drawing/2014/main" val="3383378903"/>
                    </a:ext>
                  </a:extLst>
                </a:gridCol>
                <a:gridCol w="1849152">
                  <a:extLst>
                    <a:ext uri="{9D8B030D-6E8A-4147-A177-3AD203B41FA5}">
                      <a16:colId xmlns:a16="http://schemas.microsoft.com/office/drawing/2014/main" val="3375135654"/>
                    </a:ext>
                  </a:extLst>
                </a:gridCol>
                <a:gridCol w="2604222">
                  <a:extLst>
                    <a:ext uri="{9D8B030D-6E8A-4147-A177-3AD203B41FA5}">
                      <a16:colId xmlns:a16="http://schemas.microsoft.com/office/drawing/2014/main" val="1007749555"/>
                    </a:ext>
                  </a:extLst>
                </a:gridCol>
                <a:gridCol w="1047852">
                  <a:extLst>
                    <a:ext uri="{9D8B030D-6E8A-4147-A177-3AD203B41FA5}">
                      <a16:colId xmlns:a16="http://schemas.microsoft.com/office/drawing/2014/main" val="1860260036"/>
                    </a:ext>
                  </a:extLst>
                </a:gridCol>
                <a:gridCol w="1047852">
                  <a:extLst>
                    <a:ext uri="{9D8B030D-6E8A-4147-A177-3AD203B41FA5}">
                      <a16:colId xmlns:a16="http://schemas.microsoft.com/office/drawing/2014/main" val="568969113"/>
                    </a:ext>
                  </a:extLst>
                </a:gridCol>
                <a:gridCol w="1047852">
                  <a:extLst>
                    <a:ext uri="{9D8B030D-6E8A-4147-A177-3AD203B41FA5}">
                      <a16:colId xmlns:a16="http://schemas.microsoft.com/office/drawing/2014/main" val="4228661805"/>
                    </a:ext>
                  </a:extLst>
                </a:gridCol>
              </a:tblGrid>
              <a:tr h="25939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OCORRENCIA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GRUPO DA OCORRENCIA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UNIGOFER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PREFIXO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LOCAL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6573"/>
                  </a:ext>
                </a:extLst>
              </a:tr>
              <a:tr h="99199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13/10/2024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INTERFERÊNCIA DE TERCEIROS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VANDALISMO A VIA PERMANENTE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dia 13/10/2024 as 14:56 o L001 locomotiva 1211 circulando na RH62/63 linha 02 no KM419+522 informou que avistou uma pedra de grande porte em cima da via. Santana do Paraiso/MG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RH63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98753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14EB5837-53FE-4C68-A704-EC4159378194}"/>
              </a:ext>
            </a:extLst>
          </p:cNvPr>
          <p:cNvSpPr/>
          <p:nvPr/>
        </p:nvSpPr>
        <p:spPr>
          <a:xfrm>
            <a:off x="363629" y="1064664"/>
            <a:ext cx="114647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Segue divulgação evento na região de Ipaba, </a:t>
            </a:r>
            <a:r>
              <a:rPr lang="pt-BR" altLang="pt-BR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ter </a:t>
            </a:r>
            <a:r>
              <a:rPr kumimoji="0" lang="pt-BR" altLang="pt-BR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atenção </a:t>
            </a:r>
            <a:r>
              <a:rPr kumimoji="0" lang="pt-BR" altLang="pt-B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 qualquer anormalidade por moradores com equipamentos de grande porte (tratores) na região. 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altLang="pt-B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um equívoco em atividade em um talude próximo a via, uma pedra de desprendeu acabou se deslocando até a linha d circulação.</a:t>
            </a:r>
            <a:endParaRPr kumimoji="0" lang="pt-BR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1030DAF-8DA2-2EBD-04D4-F98BFD1C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475" y="3619107"/>
            <a:ext cx="3288537" cy="307023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03AF2C8-8278-6430-E430-A5EE5A35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661" y="3619107"/>
            <a:ext cx="4908849" cy="3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384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OPBXFHRpyKaSHmqTev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OPBXFHRpyKaSHmqTev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OPBXFHRpyKaSHmqTevMA"/>
</p:tagLst>
</file>

<file path=ppt/theme/theme1.xml><?xml version="1.0" encoding="utf-8"?>
<a:theme xmlns:a="http://schemas.openxmlformats.org/drawingml/2006/main" name="28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2.xml><?xml version="1.0" encoding="utf-8"?>
<a:theme xmlns:a="http://schemas.openxmlformats.org/drawingml/2006/main" name="29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3.xml><?xml version="1.0" encoding="utf-8"?>
<a:theme xmlns:a="http://schemas.openxmlformats.org/drawingml/2006/main" name="30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4.xml><?xml version="1.0" encoding="utf-8"?>
<a:theme xmlns:a="http://schemas.openxmlformats.org/drawingml/2006/main" name="VALE MASTER">
  <a:themeElements>
    <a:clrScheme name="Custom 2 1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007E7A"/>
      </a:accent1>
      <a:accent2>
        <a:srgbClr val="BB133E"/>
      </a:accent2>
      <a:accent3>
        <a:srgbClr val="E37222"/>
      </a:accent3>
      <a:accent4>
        <a:srgbClr val="3D7EDB"/>
      </a:accent4>
      <a:accent5>
        <a:srgbClr val="00B0CA"/>
      </a:accent5>
      <a:accent6>
        <a:srgbClr val="69BE28"/>
      </a:accent6>
      <a:hlink>
        <a:srgbClr val="EDB111"/>
      </a:hlink>
      <a:folHlink>
        <a:srgbClr val="7476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E7A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747678"/>
            </a:solidFill>
            <a:latin typeface="Arial"/>
            <a:cs typeface="Arial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421377BF27B34FA016F826D0868B98" ma:contentTypeVersion="5" ma:contentTypeDescription="Create a new document." ma:contentTypeScope="" ma:versionID="b7f0ee5b56e75de21994d5ee176c5426">
  <xsd:schema xmlns:xsd="http://www.w3.org/2001/XMLSchema" xmlns:xs="http://www.w3.org/2001/XMLSchema" xmlns:p="http://schemas.microsoft.com/office/2006/metadata/properties" xmlns:ns2="59dfa863-9654-4069-a408-e9196785b5e1" targetNamespace="http://schemas.microsoft.com/office/2006/metadata/properties" ma:root="true" ma:fieldsID="0e90f1e85ce6fbda77ad1160e1436bea" ns2:_="">
    <xsd:import namespace="59dfa863-9654-4069-a408-e9196785b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dfa863-9654-4069-a408-e9196785b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9CBF86-A496-43AF-850C-DBE0C1D34B37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59dfa863-9654-4069-a408-e9196785b5e1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0124AEA-3F67-4140-A17B-0678D65A80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12E119-6CAF-4216-962E-3D3C420D2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dfa863-9654-4069-a408-e9196785b5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40ed6a7-0f03-43d9-901d-02d4a7e408aa}" enabled="1" method="Privileged" siteId="{7893571b-6c2c-4cef-b4da-7d4b266a062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5477</TotalTime>
  <Words>114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28_EY widescreen presentation 2015 v1</vt:lpstr>
      <vt:lpstr>29_EY widescreen presentation 2015 v1</vt:lpstr>
      <vt:lpstr>30_EY widescreen presentation 2015 v1</vt:lpstr>
      <vt:lpstr>VALE MASTER</vt:lpstr>
      <vt:lpstr>Slide do think-cell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Erick Silveira</dc:creator>
  <cp:lastModifiedBy>Kelio Prazeres</cp:lastModifiedBy>
  <cp:revision>379</cp:revision>
  <cp:lastPrinted>2021-06-18T18:57:13Z</cp:lastPrinted>
  <dcterms:created xsi:type="dcterms:W3CDTF">2019-09-25T13:11:50Z</dcterms:created>
  <dcterms:modified xsi:type="dcterms:W3CDTF">2024-11-26T12:40:11Z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0x0101002D421377BF27B34FA016F826D0868B98</vt:lpwstr>
  </property>
  <property fmtid="{D5CDD505-2E9C-101B-9397-08002B2CF9AE}" pid="3" name="MSIP_Label_340ed6a7-0f03-43d9-901d-02d4a7e408aa_Enabled">
    <vt:lpwstr>true</vt:lpwstr>
  </property>
  <property fmtid="{D5CDD505-2E9C-101B-9397-08002B2CF9AE}" pid="4" name="MSIP_Label_340ed6a7-0f03-43d9-901d-02d4a7e408aa_SetDate">
    <vt:lpwstr>2021-05-26T18:13:52Z</vt:lpwstr>
  </property>
  <property fmtid="{D5CDD505-2E9C-101B-9397-08002B2CF9AE}" pid="5" name="MSIP_Label_340ed6a7-0f03-43d9-901d-02d4a7e408aa_Method">
    <vt:lpwstr>Privileged</vt:lpwstr>
  </property>
  <property fmtid="{D5CDD505-2E9C-101B-9397-08002B2CF9AE}" pid="6" name="MSIP_Label_340ed6a7-0f03-43d9-901d-02d4a7e408aa_Name">
    <vt:lpwstr>Public</vt:lpwstr>
  </property>
  <property fmtid="{D5CDD505-2E9C-101B-9397-08002B2CF9AE}" pid="7" name="MSIP_Label_340ed6a7-0f03-43d9-901d-02d4a7e408aa_SiteId">
    <vt:lpwstr>7893571b-6c2c-4cef-b4da-7d4b266a0626</vt:lpwstr>
  </property>
  <property fmtid="{D5CDD505-2E9C-101B-9397-08002B2CF9AE}" pid="8" name="MSIP_Label_340ed6a7-0f03-43d9-901d-02d4a7e408aa_ActionId">
    <vt:lpwstr>6579cedd-32c5-4969-82ef-6b3e2c1b80e6</vt:lpwstr>
  </property>
  <property fmtid="{D5CDD505-2E9C-101B-9397-08002B2CF9AE}" pid="9" name="MSIP_Label_340ed6a7-0f03-43d9-901d-02d4a7e408aa_ContentBits">
    <vt:lpwstr>0</vt:lpwstr>
  </property>
</Properties>
</file>