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EF791-CEE0-4982-B0CC-F70F43E45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E1BDE3-7B1A-4857-9D1C-93E82B839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F056B9-A335-42FE-83AE-33C6ECF7E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F3129-C729-44C2-AD95-6A4C581E6E83}" type="datetimeFigureOut">
              <a:rPr lang="pt-BR" smtClean="0"/>
              <a:t>07/02/2024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5CA1B1-7345-446E-98EF-22F7AE237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56AD82-8EE0-4EE8-8A96-2101B2FB4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628F-E6C4-4915-8F53-650AF84E0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F129AF-ACE4-4697-AA8C-A04843ACA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20E215-DE9A-4FAF-8645-584C333C4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5994B5-D799-4E52-8B55-93B38CEAA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F3129-C729-44C2-AD95-6A4C581E6E83}" type="datetimeFigureOut">
              <a:rPr lang="pt-BR" smtClean="0"/>
              <a:t>07/02/2024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3A76F1-FCD3-4068-968D-12E893E75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BBBC62-F5E6-45B9-96D5-88E154F7E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628F-E6C4-4915-8F53-650AF84E0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7539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89E947-3301-4DED-8E66-2AE18D455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E375E4-B6C1-4DEA-967D-5C44563ED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2E6F62-F678-4E68-B130-BDEA6E1DA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F3129-C729-44C2-AD95-6A4C581E6E83}" type="datetimeFigureOut">
              <a:rPr lang="pt-BR" smtClean="0"/>
              <a:t>07/02/2024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0CFCBF-404F-4670-8EC8-C26D20B15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1643CE-F593-4ABE-A9C1-76860D3FA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628F-E6C4-4915-8F53-650AF84E0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5107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3C2E6-213E-4508-858C-85084DEF2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6A00EB-1602-47F6-8AD1-418869F8C5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9AAE38B-B56E-4C8E-8D06-E8F72B63A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CC77E8-FCED-4A44-AD94-FA457EC7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F3129-C729-44C2-AD95-6A4C581E6E83}" type="datetimeFigureOut">
              <a:rPr lang="pt-BR" smtClean="0"/>
              <a:t>07/02/2024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05CD999-9B69-498E-8D41-A31F105A0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6E328A3-F918-4E05-8BF0-82B51164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628F-E6C4-4915-8F53-650AF84E0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536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A30B8-1906-44AE-942D-5015A86B6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179883-A8EC-461A-B865-AE2E1DE30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7220927-8D6C-486C-910B-FBFB2336E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1608D42-3330-41B9-BBCD-D401024064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C17179A-145D-4F5E-957F-AD586995C6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5AC8801-1007-4EBD-9D3B-7D2408F6F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F3129-C729-44C2-AD95-6A4C581E6E83}" type="datetimeFigureOut">
              <a:rPr lang="pt-BR" smtClean="0"/>
              <a:t>07/02/2024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C4117E3-EDBA-4155-A7FE-035FFDC24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845F734-ECAA-4D06-AB54-DB3083A4D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628F-E6C4-4915-8F53-650AF84E0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6596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38EA81-3999-423C-90E0-6B3BE3A74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3A82BDD-A661-4F89-8A56-33B7F53BF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F3129-C729-44C2-AD95-6A4C581E6E83}" type="datetimeFigureOut">
              <a:rPr lang="pt-BR" smtClean="0"/>
              <a:t>07/02/2024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3E41122-8812-47AC-A721-0EA088071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F21E7B7-329E-4560-86C3-49A9CBE4D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628F-E6C4-4915-8F53-650AF84E0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7722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8866755-6B23-4E5D-A2CA-8B990E71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F3129-C729-44C2-AD95-6A4C581E6E83}" type="datetimeFigureOut">
              <a:rPr lang="pt-BR" smtClean="0"/>
              <a:t>07/02/2024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DBDA68-62A6-40E9-B3CF-DF64F7087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984E88-102E-4254-802E-34FF4C41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628F-E6C4-4915-8F53-650AF84E0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758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4281E1-D408-492A-993E-A77721490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87EC74-72E3-4DD9-B716-CE2BD62A4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1E6CF2-3DB9-4040-8DA9-5460870D5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289840-DA75-463E-B236-0CA0F9C1D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F3129-C729-44C2-AD95-6A4C581E6E83}" type="datetimeFigureOut">
              <a:rPr lang="pt-BR" smtClean="0"/>
              <a:t>07/02/2024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AB3137-2859-478A-A195-63F6B87F0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0A4134-80D2-45F0-B3D6-43B26DB3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628F-E6C4-4915-8F53-650AF84E0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1048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51795-670B-4338-AB3A-BA7051DED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6F7880C-BD21-4436-AF75-BF0FD82314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542E42A-70A4-4DEC-9AA9-5322C9B234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EB05EE-51F6-49FC-8379-3CC25992D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F3129-C729-44C2-AD95-6A4C581E6E83}" type="datetimeFigureOut">
              <a:rPr lang="pt-BR" smtClean="0"/>
              <a:t>07/02/2024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01558D-737F-4A53-BB07-79F08D2AB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D9BDAE-0966-44E1-9BF4-C4EE65606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628F-E6C4-4915-8F53-650AF84E0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2534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5292E3-C682-4785-8E6C-11EBDDA52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DF7B774-8D95-4C81-8298-DBF09CDA7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3685B9-E315-4079-BA96-13C53A47D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F3129-C729-44C2-AD95-6A4C581E6E83}" type="datetimeFigureOut">
              <a:rPr lang="pt-BR" smtClean="0"/>
              <a:t>07/02/2024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814C9C-82B4-4B74-B17C-DD3AFEEF2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191293-D3DE-4A7B-BD42-3646AF909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628F-E6C4-4915-8F53-650AF84E0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226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B265537-DD33-496B-9C24-30EBC74C8B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DBB26C3-4719-49B1-956E-E932533CB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C5E3CC-4A72-448C-8F1A-2AFC2F430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F3129-C729-44C2-AD95-6A4C581E6E83}" type="datetimeFigureOut">
              <a:rPr lang="pt-BR" smtClean="0"/>
              <a:t>07/02/2024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0AA8C0-02CD-46C0-A439-63ACA5176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3697F5-3BCF-4D68-ABBF-9943B8C37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9628F-E6C4-4915-8F53-650AF84E0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1296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C52609-BEAA-4AD3-A5FF-B1CD90F79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C6A4EE-6A0B-4333-9647-04D62CBFA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6F4B4D-D958-49CF-AF75-EBCCA7FA01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F3129-C729-44C2-AD95-6A4C581E6E83}" type="datetimeFigureOut">
              <a:rPr lang="pt-BR" smtClean="0"/>
              <a:t>07/02/2024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97565B-92DE-4102-AB09-986CCFF92B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1488A7-D697-40F2-8703-3B02CD401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9628F-E6C4-4915-8F53-650AF84E0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843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CA81442-63BF-489C-B857-BC36C3BD2816}"/>
              </a:ext>
            </a:extLst>
          </p:cNvPr>
          <p:cNvSpPr txBox="1"/>
          <p:nvPr/>
        </p:nvSpPr>
        <p:spPr>
          <a:xfrm>
            <a:off x="1547446" y="633046"/>
            <a:ext cx="9017391" cy="1077218"/>
          </a:xfrm>
          <a:prstGeom prst="rect">
            <a:avLst/>
          </a:prstGeom>
          <a:solidFill>
            <a:srgbClr val="006666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</a:rPr>
              <a:t>MAQUINISTAS DO TREM DE PASSAGEIROS CONDUZINDO O BATEDOR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B83B478-98A9-4F68-9EB2-4A9D941E1D88}"/>
              </a:ext>
            </a:extLst>
          </p:cNvPr>
          <p:cNvSpPr txBox="1"/>
          <p:nvPr/>
        </p:nvSpPr>
        <p:spPr>
          <a:xfrm>
            <a:off x="900331" y="2067171"/>
            <a:ext cx="101146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L001</a:t>
            </a:r>
          </a:p>
          <a:p>
            <a:endParaRPr lang="pt-BR" sz="2400" dirty="0"/>
          </a:p>
          <a:p>
            <a:r>
              <a:rPr lang="pt-BR" sz="2400" dirty="0"/>
              <a:t>Ao realizar alerta de aproximação com o pátio de Bela Vista, aguardar resposta do CPT (repetir chamado se necessário) e informar que o Trem de Passageiros se aproxima.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FB1BA7B-C356-DE06-2DDF-F8F401EF5A4F}"/>
              </a:ext>
            </a:extLst>
          </p:cNvPr>
          <p:cNvSpPr txBox="1"/>
          <p:nvPr/>
        </p:nvSpPr>
        <p:spPr>
          <a:xfrm>
            <a:off x="900330" y="4285962"/>
            <a:ext cx="101146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L002</a:t>
            </a:r>
          </a:p>
          <a:p>
            <a:endParaRPr lang="pt-BR" sz="2400" dirty="0"/>
          </a:p>
          <a:p>
            <a:r>
              <a:rPr lang="pt-BR" sz="2400" dirty="0"/>
              <a:t>Ao realizar alerta de aproximação com o pátio de João Monlevade, aguardar resposta do CPT (repetir chamado se necessário) e informar que o Trem de Passageiros se aproxima.</a:t>
            </a:r>
          </a:p>
        </p:txBody>
      </p:sp>
    </p:spTree>
    <p:extLst>
      <p:ext uri="{BB962C8B-B14F-4D97-AF65-F5344CB8AC3E}">
        <p14:creationId xmlns:p14="http://schemas.microsoft.com/office/powerpoint/2010/main" val="1763346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74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Kelio Prazeres</dc:creator>
  <cp:lastModifiedBy>Kelio Prazeres</cp:lastModifiedBy>
  <cp:revision>5</cp:revision>
  <dcterms:created xsi:type="dcterms:W3CDTF">2021-05-10T17:03:04Z</dcterms:created>
  <dcterms:modified xsi:type="dcterms:W3CDTF">2024-02-07T17:57:11Z</dcterms:modified>
</cp:coreProperties>
</file>