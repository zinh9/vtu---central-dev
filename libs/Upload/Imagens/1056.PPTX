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859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997B8-4A58-4FDB-880E-813E65A834C2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C5CF0-4C31-4875-B040-F0D0C2C115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29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57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51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36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10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68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67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3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6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5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D37A340-D3C0-4BB3-96E0-98210C3A0114}" type="datetimeFigureOut">
              <a:rPr lang="pt-BR" smtClean="0"/>
              <a:t>20/04/2022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076E3FE-D1AC-4AF4-B873-3832749BF611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40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433F380-6B42-4B77-9479-421386632FE2}"/>
              </a:ext>
            </a:extLst>
          </p:cNvPr>
          <p:cNvSpPr txBox="1"/>
          <p:nvPr/>
        </p:nvSpPr>
        <p:spPr>
          <a:xfrm>
            <a:off x="179262" y="1077226"/>
            <a:ext cx="11633436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i="1" dirty="0"/>
              <a:t>Com o objetivo em reduzir os impactos no </a:t>
            </a:r>
            <a:r>
              <a:rPr lang="pt-BR" sz="2800" b="1" i="1" dirty="0"/>
              <a:t>Ciclo Linha  </a:t>
            </a:r>
            <a:r>
              <a:rPr lang="pt-BR" sz="2800" i="1" dirty="0"/>
              <a:t>provocado pelas paradas  para a troca de equipe, fica definido abaixo o novo fluxo para toda a região de resplendor.</a:t>
            </a:r>
          </a:p>
          <a:p>
            <a:endParaRPr lang="pt-BR" sz="28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i="1" dirty="0"/>
              <a:t>Todos os trens ao pararem nos pontos de trocas deverão informar ao via rádio ao assistente de composição o </a:t>
            </a:r>
            <a:r>
              <a:rPr lang="pt-BR" sz="2800" b="1" i="1" dirty="0"/>
              <a:t>horário exato da parada para troca.</a:t>
            </a:r>
          </a:p>
          <a:p>
            <a:endParaRPr lang="pt-BR" sz="28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i="1" dirty="0"/>
              <a:t>As equipes que chegam para assumir o trem deverão além de se apresentar ao CCO informar ao assistente de composição via rádio o horário </a:t>
            </a:r>
            <a:r>
              <a:rPr lang="pt-BR" sz="2800" b="1" i="1" dirty="0"/>
              <a:t>exato em que estiver pronto para iniciar a atividade.</a:t>
            </a:r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i="1" dirty="0"/>
          </a:p>
          <a:p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23BDD91-6CE4-41D1-9425-83942E9873EE}"/>
              </a:ext>
            </a:extLst>
          </p:cNvPr>
          <p:cNvSpPr txBox="1"/>
          <p:nvPr/>
        </p:nvSpPr>
        <p:spPr>
          <a:xfrm>
            <a:off x="284761" y="301049"/>
            <a:ext cx="11422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877B"/>
                </a:solidFill>
              </a:rPr>
              <a:t>NOVO PROCEDIMENTO PARA TROCAS DE EQUIPE EM RESPLENDOR</a:t>
            </a:r>
          </a:p>
        </p:txBody>
      </p:sp>
      <p:pic>
        <p:nvPicPr>
          <p:cNvPr id="6" name="Gráfico 5" descr="Trem">
            <a:extLst>
              <a:ext uri="{FF2B5EF4-FFF2-40B4-BE49-F238E27FC236}">
                <a16:creationId xmlns:a16="http://schemas.microsoft.com/office/drawing/2014/main" id="{FBA3F7FE-7EEA-4F11-A7EB-30DBB9BE9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8704" y="16893"/>
            <a:ext cx="919777" cy="9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448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100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Retrospectiva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para retirada de passagens no mesmo dia</dc:title>
  <dc:creator>Karen Roepke De Carvalho</dc:creator>
  <cp:lastModifiedBy>Julio Bueno</cp:lastModifiedBy>
  <cp:revision>18</cp:revision>
  <dcterms:created xsi:type="dcterms:W3CDTF">2021-03-09T03:59:51Z</dcterms:created>
  <dcterms:modified xsi:type="dcterms:W3CDTF">2022-04-20T17:21:43Z</dcterms:modified>
</cp:coreProperties>
</file>