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9" autoAdjust="0"/>
    <p:restoredTop sz="94660"/>
  </p:normalViewPr>
  <p:slideViewPr>
    <p:cSldViewPr snapToGrid="0">
      <p:cViewPr varScale="1">
        <p:scale>
          <a:sx n="77" d="100"/>
          <a:sy n="77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AEDC39-6A86-4E00-8D7A-19C9EE4B9F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BD9ABF-272F-48B6-8A16-26C20830A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75AFE2-D02B-40A8-A9AD-C54C009578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4D64E66-C824-40FF-9E7A-A8B131C12B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421154-19BB-4979-8F57-E57471FE1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1396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7CBC98-8E52-4B00-B982-6C6BD98F5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4AAC40F-F166-4D41-BFDA-3BAB06EF2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2ABE72-A319-48FD-BC7B-172C4B404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825782-1B14-46B1-BA33-D1CABF106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349C9C3-A51D-4F2B-8BD1-AF00BE91C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292726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67EC38-6588-42F1-A199-FADFD71ED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0F141E1-1359-4478-A40B-6CEB5D16B2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8E8D8C-C6E4-4C83-9B95-C465E0665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31CD2AF-74D8-4765-A7B5-FE2378AB0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4A3D8D-612E-4F13-86EE-F87EAF9E8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67572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2CB641-54B1-4128-B4D8-DC11F6DF4C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24CEA9D-BFBB-40D7-98B1-14F2E838D1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4366F83-6DA6-4F16-AED6-314FD7123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DE9075A-79A9-4AD0-899E-0A0D9F6F7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B354A9E-33B2-4C15-99E3-2AC030004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5D920F-FF84-4826-8A52-095289490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8855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8E201C-DA46-461B-B820-E14B33865B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51310C-0A25-46CD-87F8-0C8E2E3BA5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EC8A0B7-5B9E-4CDF-A636-CBA5035E3C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EA996A88-DE82-42B4-AC5C-66254853EB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2DC2EB20-3BD0-4457-AB6A-90B629511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AEA44D0-23DE-4B49-9630-43EB0722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7F8D6D7-0AED-4F44-9ED1-B6070F525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87AB985-DA81-42E5-B845-B88006E8A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5003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033B38-28BA-47CE-8B04-E6BB48F06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39D6295-BD8E-43D3-9FCD-F1B41709E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506F6C9-F34A-4C28-8D20-A3F68CBE9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633A773-CB6B-4BAA-8BD5-AA839A7DB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331474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7F822F7-3931-4278-9942-93215A583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F38ED03-F02F-466C-8F7A-996067801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0D5AE4B-162A-4F21-8EE8-65AF097C3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7700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FF8A6A-20AA-4ED9-97E1-236B76D0F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061E01-B285-4EF9-88CF-4DAA367DF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7F864B3-C97E-4F31-B7B9-D8F46E663C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78128C-7833-4233-BD89-9C9C087EA8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B7C5E1-9CA1-4A01-B353-B67D2F8E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AFC6FF8-07FC-49C8-AD1D-17988D744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09802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9C45EC-8C79-4A4D-BC30-48EBA0B93F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13A34CB-74C8-41EA-8BAE-6805207542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1F5B858-0797-4EEF-A01C-6311E12839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A5FAF68-8E9C-4922-B232-D7CC41A77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69FC47-DB09-4773-8994-DE0163AAB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9C2FE7C-8670-4867-AF0D-01AF1DED0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9448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8BAB2C-E747-409E-9981-F6F62E001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2015C8C-8291-4831-B7AC-B30FA47240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AA228C7-6040-4D8B-9E2C-23FEB45B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1DF9BCA-42A2-425B-A731-58923830A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3BFAA9-4D48-4F2B-A350-0A9ED15CD6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6398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F0BBCA54-B6B7-4335-AED6-19240A1AC4B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4149D17-F576-4A5C-AF4F-D4FA3C1D7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597BD47-3F67-4E61-8B9F-6F717EBC4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225CCF-136E-48C1-B30C-C9970B54F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CAD4F1-826E-4A35-819A-C0D95523D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84447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2C1F4C3-CDAC-4CD4-95D9-176A749BB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D826D1F-8883-4E79-B0CF-862D77A99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4177AA0-DACE-4ECF-9AB9-8C59403EFF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9E2C7C-8AA4-4406-8B7D-9B50A9075F18}" type="datetimeFigureOut">
              <a:rPr lang="pt-BR" smtClean="0"/>
              <a:t>26/11/2022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2F43EB2-3241-4C72-B66D-F64F9B0427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89922F-D0CC-410F-92E4-FCDC0130A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AB878-7FCD-4CC0-9F15-81BD34F81CC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65147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C910B095-89C9-4F49-9188-E268E1846B6B}"/>
              </a:ext>
            </a:extLst>
          </p:cNvPr>
          <p:cNvSpPr txBox="1"/>
          <p:nvPr/>
        </p:nvSpPr>
        <p:spPr>
          <a:xfrm>
            <a:off x="3977640" y="193434"/>
            <a:ext cx="422288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600" dirty="0" err="1">
                <a:latin typeface="Arial Black" panose="020B0A04020102020204" pitchFamily="34" charset="0"/>
              </a:rPr>
              <a:t>Srs</a:t>
            </a:r>
            <a:r>
              <a:rPr lang="pt-BR" sz="3600" dirty="0">
                <a:latin typeface="Arial Black" panose="020B0A04020102020204" pitchFamily="34" charset="0"/>
              </a:rPr>
              <a:t> Maquinistas</a:t>
            </a:r>
          </a:p>
        </p:txBody>
      </p:sp>
    </p:spTree>
    <p:extLst>
      <p:ext uri="{BB962C8B-B14F-4D97-AF65-F5344CB8AC3E}">
        <p14:creationId xmlns:p14="http://schemas.microsoft.com/office/powerpoint/2010/main" val="69676982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Osmar Narimatu (OSMAR)</dc:creator>
  <cp:lastModifiedBy>Mariely Prottes</cp:lastModifiedBy>
  <cp:revision>4</cp:revision>
  <dcterms:created xsi:type="dcterms:W3CDTF">2018-09-21T18:19:21Z</dcterms:created>
  <dcterms:modified xsi:type="dcterms:W3CDTF">2022-11-26T13:07:35Z</dcterms:modified>
</cp:coreProperties>
</file>