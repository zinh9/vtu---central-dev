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35C0F-E0C8-4059-8A00-FEE209601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E5BEDA-B232-4C9B-A11C-B1BC9301C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482CFD-A7A6-476E-AF89-64312AC8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431F8F-4792-4CB7-A886-63B25545A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3982B7-2F39-48B1-A06E-5870F2AB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02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92008-76D6-4F95-819C-F59F0CE8D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7E4B96-160D-4084-A7F5-5E763E97B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161CB5-F106-43B5-9267-81C1905B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6A40E3-759F-4948-A2F0-C700AA0D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374978-D3A5-43CB-916B-C29B1E23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6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E675C-FDCC-4916-AC3A-9E700F2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0F3992-4085-4754-B183-D2274A227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CA53A8-DF80-4A08-ABC3-AC1D79B5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771D5F-C946-4E4B-8A19-38AF50CB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ECAD6-61DB-4A3F-AD62-64F0D6DD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104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F660C-2DE9-42D6-8691-F928B40F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E97582-5320-4EC6-8075-0FC3B4727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C19109-4C1C-409F-B650-C03B144DA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149650-D7FD-44F1-88BB-FAEC6031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530A0C-2A6A-469F-A5FB-6CF65CA3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8E6552-AC9B-4638-94B7-D0AA746E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1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3925F-6E06-4FF7-A8CC-D864D2716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DB55DB-5ABF-4D2C-BEA7-3360440A0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093EE5-243D-43E5-A828-E4D83A3D3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DE42BE-096A-4D37-9047-8668C5797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2574F3-6BB2-417E-8295-768323981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D210CA4-4511-41C5-A16C-4BB8AC55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D3AF926-8AB7-4DB5-B027-B82D42B2B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03DF09-A080-411E-9576-4BC7EAFE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98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C5F30-A0F2-4B9C-8AB1-55EA1722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EBBF66E-F1AB-420C-B9E8-368D3DA4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06414A-F8DD-4B70-8F56-B821BDB1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DF5DAB-906E-4F56-88DD-4E4CCD10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99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CF7830B-5739-4C45-AB16-8EF65AB7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E929B25-0C0A-47A4-9865-E49E9C73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5E50F1-0ABB-43E0-A182-61AB03C0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4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E5E92-53E6-47C1-851C-539D62DD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ACBE30-EF6F-439A-85B4-8D0920826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FECCD3-40FD-4218-84F1-1451B1EDD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18ACE0-95C8-43B6-ACAF-6EBDA432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674A19-4A54-408A-908E-1026432A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0F5EC2-ACA3-45AE-8310-E8603376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32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B43B0-33AB-4B35-A273-3C54FCD2F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E744EFB-BE76-47BD-AE14-03094B199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EF1863-C258-4EBB-BFBE-5E171D813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F31872-DC85-40C9-A4ED-C6298FD6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3CAB92-132D-4029-AD8B-766EA2349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CC2040-3026-483B-8CC7-4A332B6F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68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75722-B8E2-4D90-BCED-C851B923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2F2A2B-A6FA-4103-9943-2D23D19DA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78A448-CB70-4C47-B9D7-8BE2BEBE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2E95F5-75D9-468D-9B9F-3966E4CD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628587-3721-43D3-AFBB-BF6EFFCA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859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A350F4-69B9-438C-A88F-D551604B6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9C1D1F-6617-4383-987A-16C9D2315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2E85D8-AF30-40A8-9211-AD5909CB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D03D1A-FE9E-405D-92B3-78B012BA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77FA3F-C0A6-4D8A-88C6-F407292C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6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AE2CD30-8630-446B-B8FA-9E2AD926F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52474C-D876-4866-8FC8-B8807A16B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BB7FE-5790-4FD0-A6C1-25133C8B5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E4F97-52CD-4FDE-A8CF-F31124B21337}" type="datetimeFigureOut">
              <a:rPr lang="pt-BR" smtClean="0"/>
              <a:t>24/09/2020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A19058-36D1-4E5E-ADA1-99C360BDB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F341C5-4DB6-44E5-A1BF-2C03DA22E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D5164-C6D7-46EE-B19D-0DCCE96327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90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FF05363-9A46-4463-BEAB-3E7D63DC65C0}"/>
              </a:ext>
            </a:extLst>
          </p:cNvPr>
          <p:cNvSpPr/>
          <p:nvPr/>
        </p:nvSpPr>
        <p:spPr>
          <a:xfrm>
            <a:off x="210378" y="2738326"/>
            <a:ext cx="117787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b="1" dirty="0">
                <a:latin typeface="Arial" panose="020B0604020202020204" pitchFamily="34" charset="0"/>
              </a:rPr>
              <a:t>No dia 30/09/2020 as 13:00h entrará em operação a Guarita da PN do KM 134+328 ( </a:t>
            </a:r>
            <a:r>
              <a:rPr lang="pt-BR" sz="3200" b="1" i="1" u="sng" dirty="0">
                <a:latin typeface="Arial" panose="020B0604020202020204" pitchFamily="34" charset="0"/>
              </a:rPr>
              <a:t>PN de Colatina</a:t>
            </a:r>
            <a:r>
              <a:rPr lang="pt-BR" sz="3200" b="1" dirty="0">
                <a:latin typeface="Arial" panose="020B0604020202020204" pitchFamily="34" charset="0"/>
              </a:rPr>
              <a:t>).</a:t>
            </a:r>
          </a:p>
          <a:p>
            <a:pPr algn="just"/>
            <a:r>
              <a:rPr lang="pt-BR" sz="3200" b="1" dirty="0">
                <a:latin typeface="Arial" panose="020B0604020202020204" pitchFamily="34" charset="0"/>
              </a:rPr>
              <a:t>As placas estarão destacadas no local, vamos ficar atentos.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1C1D9B-4C02-45A9-A684-FACA3F9C6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34"/>
            <a:ext cx="3369570" cy="15377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2D969EC-DFBC-42E5-8078-EEA5FE4E5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307" y="15912"/>
            <a:ext cx="1156963" cy="143305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B2FE941-8AD2-40D8-817A-7486558914B3}"/>
              </a:ext>
            </a:extLst>
          </p:cNvPr>
          <p:cNvSpPr txBox="1"/>
          <p:nvPr/>
        </p:nvSpPr>
        <p:spPr>
          <a:xfrm>
            <a:off x="4290646" y="267282"/>
            <a:ext cx="23352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rgbClr val="FF0000"/>
                </a:solidFill>
              </a:rPr>
              <a:t>Alerta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A408C8-47EB-4F38-8346-C4E549B83896}"/>
              </a:ext>
            </a:extLst>
          </p:cNvPr>
          <p:cNvSpPr txBox="1"/>
          <p:nvPr/>
        </p:nvSpPr>
        <p:spPr>
          <a:xfrm>
            <a:off x="28138" y="1913207"/>
            <a:ext cx="10114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INICIO DE OPERAÇÃO DE PASSAGEM DE NÍVEL COM CANCELEIRO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9F9D1D-BDF8-48ED-909F-4E07D2E3A6AF}"/>
              </a:ext>
            </a:extLst>
          </p:cNvPr>
          <p:cNvSpPr txBox="1"/>
          <p:nvPr/>
        </p:nvSpPr>
        <p:spPr>
          <a:xfrm>
            <a:off x="368612" y="4783016"/>
            <a:ext cx="114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VAMOS REDOBRAR A ATENÇÃO QUANTO A COMUNICAÇÃO COM GUARITEIRO, ESTAMOS COM ALTA INCIDÊNCIA DE     FALHA NA COMUNICAÇÃO E PROCEDIMENTOS EM PASSAGENS EM NIVEL. </a:t>
            </a:r>
          </a:p>
        </p:txBody>
      </p:sp>
    </p:spTree>
    <p:extLst>
      <p:ext uri="{BB962C8B-B14F-4D97-AF65-F5344CB8AC3E}">
        <p14:creationId xmlns:p14="http://schemas.microsoft.com/office/powerpoint/2010/main" val="212760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66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Cristian Goncalves</dc:creator>
  <cp:lastModifiedBy>FLAVIO AUGUSTO TOFFOLI DE ALMEIDA</cp:lastModifiedBy>
  <cp:revision>17</cp:revision>
  <dcterms:created xsi:type="dcterms:W3CDTF">2020-05-15T16:39:01Z</dcterms:created>
  <dcterms:modified xsi:type="dcterms:W3CDTF">2020-09-24T12:16:56Z</dcterms:modified>
</cp:coreProperties>
</file>