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EDC39-6A86-4E00-8D7A-19C9EE4B9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BD9ABF-272F-48B6-8A16-26C20830A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5AFE2-D02B-40A8-A9AD-C54C0095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D64E66-C824-40FF-9E7A-A8B131C1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421154-19BB-4979-8F57-E57471FE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13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CBC98-8E52-4B00-B982-6C6BD98F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AC40F-F166-4D41-BFDA-3BAB06EF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2ABE72-A319-48FD-BC7B-172C4B404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25782-1B14-46B1-BA33-D1CABF10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49C9C3-A51D-4F2B-8BD1-AF00BE91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27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7EC38-6588-42F1-A199-FADFD71E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F141E1-1359-4478-A40B-6CEB5D16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8E8D8C-C6E4-4C83-9B95-C465E066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1CD2AF-74D8-4765-A7B5-FE2378AB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A3D8D-612E-4F13-86EE-F87EAF9E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75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CB641-54B1-4128-B4D8-DC11F6DF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CEA9D-BFBB-40D7-98B1-14F2E838D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366F83-6DA6-4F16-AED6-314FD7123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E9075A-79A9-4AD0-899E-0A0D9F6F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354A9E-33B2-4C15-99E3-2AC03000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5D920F-FF84-4826-8A52-09528949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85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E201C-DA46-461B-B820-E14B3386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51310C-0A25-46CD-87F8-0C8E2E3BA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C8A0B7-5B9E-4CDF-A636-CBA5035E3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996A88-DE82-42B4-AC5C-66254853E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C2EB20-3BD0-4457-AB6A-90B629511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EA44D0-23DE-4B49-9630-43EB072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F8D6D7-0AED-4F44-9ED1-B6070F52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B985-DA81-42E5-B845-B88006E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00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33B38-28BA-47CE-8B04-E6BB48F0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9D6295-BD8E-43D3-9FCD-F1B41709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06F6C9-F34A-4C28-8D20-A3F68CBE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33A773-CB6B-4BAA-8BD5-AA839A7D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14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F822F7-3931-4278-9942-93215A58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38ED03-F02F-466C-8F7A-99606780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D5AE4B-162A-4F21-8EE8-65AF097C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70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F8A6A-20AA-4ED9-97E1-236B76D0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61E01-B285-4EF9-88CF-4DAA367D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F864B3-C97E-4F31-B7B9-D8F46E66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78128C-7833-4233-BD89-9C9C087E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B7C5E1-9CA1-4A01-B353-B67D2F8E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FC6FF8-07FC-49C8-AD1D-17988D74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980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C45EC-8C79-4A4D-BC30-48EBA0B9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3A34CB-74C8-41EA-8BAE-680520754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5B858-0797-4EEF-A01C-6311E1283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5FAF68-8E9C-4922-B232-D7CC41A7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69FC47-DB09-4773-8994-DE0163AA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C2FE7C-8670-4867-AF0D-01AF1DE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44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BAB2C-E747-409E-9981-F6F62E00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015C8C-8291-4831-B7AC-B30FA4724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A228C7-6040-4D8B-9E2C-23FEB45B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F9BCA-42A2-425B-A731-58923830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BFAA9-4D48-4F2B-A350-0A9ED15C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3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BBCA54-B6B7-4335-AED6-19240A1AC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149D17-F576-4A5C-AF4F-D4FA3C1D7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97BD47-3F67-4E61-8B9F-6F717EBC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25CCF-136E-48C1-B30C-C9970B54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CAD4F1-826E-4A35-819A-C0D95523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4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C1F4C3-CDAC-4CD4-95D9-176A749B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826D1F-8883-4E79-B0CF-862D77A9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77AA0-DACE-4ECF-9AB9-8C59403E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F43EB2-3241-4C72-B66D-F64F9B042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89922F-D0CC-410F-92E4-FCDC0130A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14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910B095-89C9-4F49-9188-E268E1846B6B}"/>
              </a:ext>
            </a:extLst>
          </p:cNvPr>
          <p:cNvSpPr txBox="1"/>
          <p:nvPr/>
        </p:nvSpPr>
        <p:spPr>
          <a:xfrm>
            <a:off x="3977640" y="193434"/>
            <a:ext cx="422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dirty="0" err="1">
                <a:latin typeface="Arial Black" panose="020B0A04020102020204" pitchFamily="34" charset="0"/>
              </a:rPr>
              <a:t>Srs</a:t>
            </a:r>
            <a:r>
              <a:rPr lang="pt-BR" sz="3600" dirty="0">
                <a:latin typeface="Arial Black" panose="020B0A04020102020204" pitchFamily="34" charset="0"/>
              </a:rPr>
              <a:t> Maquinistas</a:t>
            </a:r>
          </a:p>
        </p:txBody>
      </p:sp>
    </p:spTree>
    <p:extLst>
      <p:ext uri="{BB962C8B-B14F-4D97-AF65-F5344CB8AC3E}">
        <p14:creationId xmlns:p14="http://schemas.microsoft.com/office/powerpoint/2010/main" val="696769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Osmar Narimatu (OSMAR)</dc:creator>
  <cp:lastModifiedBy>Mariely Prottes</cp:lastModifiedBy>
  <cp:revision>4</cp:revision>
  <dcterms:created xsi:type="dcterms:W3CDTF">2018-09-21T18:19:21Z</dcterms:created>
  <dcterms:modified xsi:type="dcterms:W3CDTF">2022-11-26T13:06:24Z</dcterms:modified>
</cp:coreProperties>
</file>