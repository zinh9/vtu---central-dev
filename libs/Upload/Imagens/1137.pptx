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2A587-7648-2E63-73BD-119D272AD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D29C8B-394C-FAB7-442E-318195EDB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D567D9-9654-CBFB-5C58-44E2D4081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8304-77CE-4284-9A7B-E7941694F177}" type="datetimeFigureOut">
              <a:rPr lang="pt-BR" smtClean="0"/>
              <a:t>30/11/2022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D6743F-9A33-6B0F-D1E7-90FE1C43B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8542A8-1565-4428-726B-75F6C2CA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92E5C-A5ED-4ED5-848D-332327CD6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0322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65BC1-FA6E-9808-C76C-856D5E0CD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7DF2CA-F7D8-1594-E142-95B8A3D1D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515EFF-F029-C500-B2E4-C0BE7C738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8304-77CE-4284-9A7B-E7941694F177}" type="datetimeFigureOut">
              <a:rPr lang="pt-BR" smtClean="0"/>
              <a:t>30/11/2022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372843-79A3-CF1C-5896-31BF48061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62A619-2EE3-A72E-D4A5-D7B3A420C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92E5C-A5ED-4ED5-848D-332327CD6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9686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BE09B-130F-3829-F49C-1772B16CC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FEB54A-65C8-14DF-615B-499DDC7AF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8819E9-8D99-15DC-9DC0-7D9641E57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8304-77CE-4284-9A7B-E7941694F177}" type="datetimeFigureOut">
              <a:rPr lang="pt-BR" smtClean="0"/>
              <a:t>30/11/2022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A7A9D7-C6E1-88AF-E8EF-13A76B75F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6B7145-255E-528E-5A73-7749D3701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92E5C-A5ED-4ED5-848D-332327CD6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4724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D1D59-5E25-BF6E-75FC-CA8CC4BA5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F5489F-BAD0-8116-2091-209EB76A6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4356F3-F6AD-DDE7-D49A-BE0AC0782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F04276-6E48-3C97-B024-3DFD53CDE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8304-77CE-4284-9A7B-E7941694F177}" type="datetimeFigureOut">
              <a:rPr lang="pt-BR" smtClean="0"/>
              <a:t>30/11/2022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6FB4E9-6940-549A-EA39-661A573F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026B7C-91D3-2D70-DDDA-7DAAF1EB8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92E5C-A5ED-4ED5-848D-332327CD6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4313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66847D-EF6F-D88E-4C83-E60F7B396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68E096-28E4-4048-E0B5-56022E4BB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2948A07-5AC1-9F6B-4071-6A52D132D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EE09C00-E50E-BEEB-A0BD-5B82D1D28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4C4A471-4B5F-62FB-6892-1AB72C97F0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3AAF5BD-5065-52EF-BCD6-E5B0D12CF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8304-77CE-4284-9A7B-E7941694F177}" type="datetimeFigureOut">
              <a:rPr lang="pt-BR" smtClean="0"/>
              <a:t>30/11/2022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96E935F-DE05-C308-288C-EE2C6020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AD14CDC-0AA3-99F5-CA2D-6AAC88603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92E5C-A5ED-4ED5-848D-332327CD6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571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D0B7C-8FD6-079D-C9B9-82174121C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815D12B-EDBA-9179-ECEA-76F164E23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8304-77CE-4284-9A7B-E7941694F177}" type="datetimeFigureOut">
              <a:rPr lang="pt-BR" smtClean="0"/>
              <a:t>30/11/2022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81CC70A-D1D2-58C9-C07E-26D0ABEB5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C762634-6046-212A-C567-1A365BDD8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92E5C-A5ED-4ED5-848D-332327CD6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3118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DD3DC3F-4F83-45B4-647B-3A9A7DB6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8304-77CE-4284-9A7B-E7941694F177}" type="datetimeFigureOut">
              <a:rPr lang="pt-BR" smtClean="0"/>
              <a:t>30/11/2022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8AC89DF-6414-371E-DFC9-840EA0C5A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04F4E1F-5D9C-05C0-BC89-CA47F49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92E5C-A5ED-4ED5-848D-332327CD6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9137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49B54-1B5F-B331-5F83-3DE49E60E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70BF12-0FFA-FCEB-294B-8EBED3A7B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0E4445E-1BBA-3383-F223-99C318F4E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4A5AA6-88FF-0F28-2827-3D653759A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8304-77CE-4284-9A7B-E7941694F177}" type="datetimeFigureOut">
              <a:rPr lang="pt-BR" smtClean="0"/>
              <a:t>30/11/2022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8B19D1-2EB8-8282-5F4A-1B0814387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0AEC37-15F7-A473-EDF7-B336E9E6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92E5C-A5ED-4ED5-848D-332327CD6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998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034FB-ABBE-E49D-C935-E293D75CE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571A1C3-9A04-E6C2-63F4-BFE9CC2A71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75BD74-2495-C420-D2B0-D0410DA27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538144-E3A0-7F9F-09FA-18DCF163E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8304-77CE-4284-9A7B-E7941694F177}" type="datetimeFigureOut">
              <a:rPr lang="pt-BR" smtClean="0"/>
              <a:t>30/11/2022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744533-B605-16DA-5922-3FD8F5EB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AD72DA-B8C4-3925-73F0-78533F327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92E5C-A5ED-4ED5-848D-332327CD6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5151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E62A2-B5CD-3F54-6B49-B64C06ACD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CF4AA5A-ACFC-9B7C-E25B-6A99BE4F1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100460-F862-0CE0-B1FE-7E6C21175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8304-77CE-4284-9A7B-E7941694F177}" type="datetimeFigureOut">
              <a:rPr lang="pt-BR" smtClean="0"/>
              <a:t>30/11/2022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556C60-9CF0-F5C8-09B6-D5F5CC90E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8313B0-5BC4-50CB-0FCC-13D1B58D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92E5C-A5ED-4ED5-848D-332327CD6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398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4307FC-FAC2-A77A-6F12-A9A0FF2F3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F46626-82B3-C3DF-73DC-6A8E41965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19FF9D-D2B4-6700-388C-48BDC9DA5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8304-77CE-4284-9A7B-E7941694F177}" type="datetimeFigureOut">
              <a:rPr lang="pt-BR" smtClean="0"/>
              <a:t>30/11/2022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52C88B-4355-9D5C-F60C-DA528FB36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B221AE-121F-2E20-1BE7-B1FD909BE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92E5C-A5ED-4ED5-848D-332327CD6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574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269091-B4E6-A9E5-76CC-BB0865406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661E98-2FF9-D39E-BDD5-7CE73BB18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C9CED9-8AB4-386B-3DF9-06B87FAD5A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08304-77CE-4284-9A7B-E7941694F177}" type="datetimeFigureOut">
              <a:rPr lang="pt-BR" smtClean="0"/>
              <a:t>30/11/2022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66FEC7-82A7-E7EC-9F6C-E53553C49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37A49A-DA39-A87A-5635-BB72D36B1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892E5C-A5ED-4ED5-848D-332327CD6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4635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00449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Mariely Prottes</dc:creator>
  <cp:lastModifiedBy>Mariely Prottes</cp:lastModifiedBy>
  <cp:revision>1</cp:revision>
  <dcterms:created xsi:type="dcterms:W3CDTF">2022-11-30T12:09:20Z</dcterms:created>
  <dcterms:modified xsi:type="dcterms:W3CDTF">2022-11-30T12:09:46Z</dcterms:modified>
</cp:coreProperties>
</file>