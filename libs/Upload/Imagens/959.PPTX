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9" r:id="rId2"/>
  </p:sldIdLst>
  <p:sldSz cx="12192000" cy="6858000"/>
  <p:notesSz cx="6819900" cy="99187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009999"/>
    <a:srgbClr val="DC4513"/>
    <a:srgbClr val="DB420D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94" autoAdjust="0"/>
    <p:restoredTop sz="94660"/>
  </p:normalViewPr>
  <p:slideViewPr>
    <p:cSldViewPr snapToGrid="0">
      <p:cViewPr varScale="1">
        <p:scale>
          <a:sx n="72" d="100"/>
          <a:sy n="72" d="100"/>
        </p:scale>
        <p:origin x="9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D3B7-F5F4-4102-980E-ED053EEA2A2D}" type="datetimeFigureOut">
              <a:rPr lang="pt-BR" smtClean="0"/>
              <a:t>23/09/2021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1F03C7B1-9342-4133-983D-7AE669EFD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45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D3B7-F5F4-4102-980E-ED053EEA2A2D}" type="datetimeFigureOut">
              <a:rPr lang="pt-BR" smtClean="0"/>
              <a:t>23/09/2021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C7B1-9342-4133-983D-7AE669EFD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906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E7C1D3B7-F5F4-4102-980E-ED053EEA2A2D}" type="datetimeFigureOut">
              <a:rPr lang="pt-BR" smtClean="0"/>
              <a:t>23/09/2021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pt-BR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1F03C7B1-9342-4133-983D-7AE669EFD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4905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D3B7-F5F4-4102-980E-ED053EEA2A2D}" type="datetimeFigureOut">
              <a:rPr lang="pt-BR" smtClean="0"/>
              <a:t>23/09/2021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C7B1-9342-4133-983D-7AE669EFD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5025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D3B7-F5F4-4102-980E-ED053EEA2A2D}" type="datetimeFigureOut">
              <a:rPr lang="pt-BR" smtClean="0"/>
              <a:t>23/09/2021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C7B1-9342-4133-983D-7AE669EFD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9641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D3B7-F5F4-4102-980E-ED053EEA2A2D}" type="datetimeFigureOut">
              <a:rPr lang="pt-BR" smtClean="0"/>
              <a:t>23/09/2021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C7B1-9342-4133-983D-7AE669EFD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6816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D3B7-F5F4-4102-980E-ED053EEA2A2D}" type="datetimeFigureOut">
              <a:rPr lang="pt-BR" smtClean="0"/>
              <a:t>23/09/2021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C7B1-9342-4133-983D-7AE669EFD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153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D3B7-F5F4-4102-980E-ED053EEA2A2D}" type="datetimeFigureOut">
              <a:rPr lang="pt-BR" smtClean="0"/>
              <a:t>23/09/2021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C7B1-9342-4133-983D-7AE669EFD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0951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D3B7-F5F4-4102-980E-ED053EEA2A2D}" type="datetimeFigureOut">
              <a:rPr lang="pt-BR" smtClean="0"/>
              <a:t>23/09/2021</a:t>
            </a:fld>
            <a:endParaRPr lang="pt-BR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C7B1-9342-4133-983D-7AE669EFD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630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D3B7-F5F4-4102-980E-ED053EEA2A2D}" type="datetimeFigureOut">
              <a:rPr lang="pt-BR" smtClean="0"/>
              <a:t>23/09/2021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C7B1-9342-4133-983D-7AE669EFD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287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D3B7-F5F4-4102-980E-ED053EEA2A2D}" type="datetimeFigureOut">
              <a:rPr lang="pt-BR" smtClean="0"/>
              <a:t>23/09/2021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C7B1-9342-4133-983D-7AE669EFD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490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7C1D3B7-F5F4-4102-980E-ED053EEA2A2D}" type="datetimeFigureOut">
              <a:rPr lang="pt-BR" smtClean="0"/>
              <a:t>23/09/2021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1F03C7B1-9342-4133-983D-7AE669EFD1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458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">
            <a:extLst>
              <a:ext uri="{FF2B5EF4-FFF2-40B4-BE49-F238E27FC236}">
                <a16:creationId xmlns:a16="http://schemas.microsoft.com/office/drawing/2014/main" id="{F28A5D8A-9AF7-4EAB-89C9-C9BED3370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90"/>
          <a:stretch>
            <a:fillRect/>
          </a:stretch>
        </p:blipFill>
        <p:spPr bwMode="auto">
          <a:xfrm>
            <a:off x="10177039" y="177222"/>
            <a:ext cx="1881646" cy="800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etângulo 22">
            <a:extLst>
              <a:ext uri="{FF2B5EF4-FFF2-40B4-BE49-F238E27FC236}">
                <a16:creationId xmlns:a16="http://schemas.microsoft.com/office/drawing/2014/main" id="{AE3D5966-D328-4C8A-946C-85DBE74235F4}"/>
              </a:ext>
            </a:extLst>
          </p:cNvPr>
          <p:cNvSpPr/>
          <p:nvPr/>
        </p:nvSpPr>
        <p:spPr>
          <a:xfrm>
            <a:off x="392477" y="6396494"/>
            <a:ext cx="253787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pt-BR" altLang="pt-BR" sz="1000" dirty="0">
                <a:solidFill>
                  <a:schemeClr val="bg1"/>
                </a:solidFill>
              </a:rPr>
              <a:t> Atualizado em 13 de setembro de 2019.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0A7324B-94C2-4869-B78F-CD359157CDB5}"/>
              </a:ext>
            </a:extLst>
          </p:cNvPr>
          <p:cNvSpPr txBox="1"/>
          <p:nvPr/>
        </p:nvSpPr>
        <p:spPr>
          <a:xfrm>
            <a:off x="392477" y="3429000"/>
            <a:ext cx="9735636" cy="176529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endParaRPr lang="pt-BR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just">
              <a:lnSpc>
                <a:spcPts val="2500"/>
              </a:lnSpc>
            </a:pPr>
            <a:r>
              <a:rPr lang="pt-B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PGS 002722 – ROF</a:t>
            </a:r>
          </a:p>
          <a:p>
            <a:pPr algn="just">
              <a:lnSpc>
                <a:spcPts val="2500"/>
              </a:lnSpc>
            </a:pPr>
            <a:r>
              <a:rPr lang="pt-B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11.21 - </a:t>
            </a: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Em caso de informações de balanço na via, o controlador de tráfego deve: </a:t>
            </a:r>
          </a:p>
          <a:p>
            <a:pPr algn="just">
              <a:lnSpc>
                <a:spcPts val="2500"/>
              </a:lnSpc>
            </a:pPr>
            <a:r>
              <a:rPr lang="pt-B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 </a:t>
            </a: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  <a:r>
              <a:rPr lang="pt-BR" dirty="0"/>
              <a:t> </a:t>
            </a: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 EFVM, interditar a linha com balanço em velocidade abaixo de 40 km/h e manter a circulação com restrição de 20 km/h, para balanços com velocidade acima de 40 km/h. </a:t>
            </a:r>
          </a:p>
          <a:p>
            <a:pPr algn="just">
              <a:lnSpc>
                <a:spcPts val="1500"/>
              </a:lnSpc>
            </a:pPr>
            <a:r>
              <a:rPr lang="pt-BR" dirty="0"/>
              <a:t>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91EB9AE-BFB9-4805-AC66-4A7451B670E1}"/>
              </a:ext>
            </a:extLst>
          </p:cNvPr>
          <p:cNvSpPr txBox="1"/>
          <p:nvPr/>
        </p:nvSpPr>
        <p:spPr>
          <a:xfrm>
            <a:off x="392477" y="1174529"/>
            <a:ext cx="1169929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pt-BR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</a:t>
            </a:r>
            <a:r>
              <a:rPr lang="pt-BR" sz="2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Srs</a:t>
            </a:r>
            <a:r>
              <a:rPr lang="pt-BR" sz="2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maquinistas,</a:t>
            </a:r>
          </a:p>
          <a:p>
            <a:pPr>
              <a:lnSpc>
                <a:spcPts val="2200"/>
              </a:lnSpc>
            </a:pPr>
            <a:endParaRPr lang="pt-BR" sz="1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ts val="2500"/>
              </a:lnSpc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</a:t>
            </a:r>
            <a:r>
              <a:rPr lang="pt-BR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 relação a informação de balanço na via, o CCO possui no seu padrão interno, uma norma mais     restritiva que a norma 11.21.b do ROF.</a:t>
            </a:r>
          </a:p>
          <a:p>
            <a:pPr>
              <a:lnSpc>
                <a:spcPts val="2500"/>
              </a:lnSpc>
            </a:pPr>
            <a:r>
              <a:rPr lang="pt-BR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Norma esta, que dependendo da informação de intensidade e do local do balanço passada pelo maquinista, determina a interdição da via, mesmo que o balanço tenha ocorrido com velocidade acima de 40km/h.</a:t>
            </a:r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B88F0F1-DE0D-46EF-97D3-406AA3C1461D}"/>
              </a:ext>
            </a:extLst>
          </p:cNvPr>
          <p:cNvSpPr txBox="1"/>
          <p:nvPr/>
        </p:nvSpPr>
        <p:spPr>
          <a:xfrm>
            <a:off x="392477" y="5491694"/>
            <a:ext cx="9735636" cy="102791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pt-B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PRO-005052 –</a:t>
            </a: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Planejamento e Circulação de Trens</a:t>
            </a:r>
          </a:p>
          <a:p>
            <a:pPr>
              <a:lnSpc>
                <a:spcPts val="2500"/>
              </a:lnSpc>
            </a:pPr>
            <a:r>
              <a:rPr lang="pt-B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8.6.3 - </a:t>
            </a: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Para pancadas, depressão, desnivelamento (superelevação), balanço expressivo, balanço em pontes e túneis, deverá interditar a linha e aguardar avaliação da manutenção.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086012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po de Madeira">
  <a:themeElements>
    <a:clrScheme name="Tipo de Madei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ipo de Madei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ipo de Madei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TM03090434[[fn=Tipo de Madeira]]</Template>
  <TotalTime>2619</TotalTime>
  <Words>182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Rockwell</vt:lpstr>
      <vt:lpstr>Rockwell Condensed</vt:lpstr>
      <vt:lpstr>Wingdings</vt:lpstr>
      <vt:lpstr>Tipo de Madeira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Douglas Cristian</dc:creator>
  <cp:lastModifiedBy>Julio Cesar Ribeiro</cp:lastModifiedBy>
  <cp:revision>183</cp:revision>
  <cp:lastPrinted>2019-03-20T19:16:41Z</cp:lastPrinted>
  <dcterms:created xsi:type="dcterms:W3CDTF">2019-02-20T10:46:55Z</dcterms:created>
  <dcterms:modified xsi:type="dcterms:W3CDTF">2021-09-23T18:38:35Z</dcterms:modified>
</cp:coreProperties>
</file>