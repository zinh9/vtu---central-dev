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3835C-E3DF-4A3D-B7F3-B8BF97505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B9E15D-1A85-4761-991B-DDBFC988C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BA64D-D9F6-404F-B9C4-FB4139E9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D4981D-C30B-4CE4-AB95-2EA559AE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9DA8A9-9789-4780-85D4-57E5D1A5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70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A042B-0049-4ED4-8EBE-FB7706D6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B86EDD-E95D-4F52-A058-FC8A2F476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D2D1FD-4234-4397-AAA4-4B8D56B8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F904ED-D463-4D6E-A71E-C7A56EB97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64FEDA-D67E-47A6-8AB8-19B806A8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65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01CBC-23A1-4C6C-A43C-45AD0731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B00A22-B15C-41C8-9F75-EA120F9F8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E5B310-7058-4624-9FE1-F6F7CD43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A0EED9-48A1-4F32-946C-F965BFD2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9F5499-338B-49C6-9DF3-F66BB717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29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38CAA-73F3-4632-A6B4-BFECBB38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649416-9904-462A-AFCA-A9F82866C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7170A4-8946-413D-8E36-0674738EF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594C1D-A59A-4C24-93A4-091953D3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E10428-0D44-45DC-A155-0ED6AE23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BAABF7-D7A9-49E0-BA93-87756DCA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27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33DEC-93CF-4039-800D-AB9DDB05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1ED49F-5599-4F1A-97BE-047A85B07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A954A5-3422-4D9E-9519-A57F3150B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53DD00-E363-4950-873E-B9BEC218D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05E004-8598-4ADA-A412-E76209988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17EDC94-B8CC-4F89-A04C-66368D6B8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428B6B-B9F3-47C4-B669-C62845F7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35F919-A39D-4140-99A4-1D4FEA73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16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3557C-CF0E-4C51-BA04-F10BD08E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8D1340-F3EE-463D-85D6-F905B990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97C221-5609-43BE-9E34-CF41AF7D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91AE23-757F-40E3-84F0-A45EACD8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737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E2C141-51F4-4041-B614-18040F1F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41872A-9577-4E83-80ED-487BC35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94B427-A07B-4949-8464-A8D3CA9F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50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DB0DB-CEA6-4082-B7A7-6D8833D1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2D0EE9-4DE1-443B-AC80-E5E059D95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1E3BF6-8238-4731-A303-218227B91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986E3E-5016-4A8B-A607-8B75E18F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B9184A-826A-43E9-86B1-2102A443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9111B4-2F8C-458F-8B17-E87F3AC5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1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58DC3-7FD2-47EC-AF1F-ACB9CD86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1172BF-CA95-4E4B-9DFF-D625FA117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E76652-81D3-4F08-8D41-BFB2BA2F7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7E4759-CCDB-4147-BB1F-B743F1E9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D9A7B0-FD09-4666-986C-514F9C04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AF9466-D6F0-4086-9C41-EB447596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5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4D0EB-1C42-4D7C-91DF-B36D8635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CC97F8-055E-4AEE-A5A4-DA2CAA093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3E5628-EA43-4FCC-8856-39B75E16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CDFD0-F2A3-4161-B098-670541A6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23D3A1-2F0F-4EFF-A511-FDA59E77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36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7B1572-D4CD-407B-977C-3C914C417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2D5328-C6ED-4832-AB97-5C174B716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F10ECE-635E-4DD4-BAB7-778E5373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319CF3-1CAC-4041-B589-4F70A8E2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C19299-190B-41CF-9F18-AB3FAC01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79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44E4FA-6AAF-4AA1-BCC9-736BE77E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5E7FEF-401A-4CBE-9E19-3F14F67A9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796BEB-97F8-4FAE-A6AF-6D3055EAD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FB340-29CC-4ED0-8BEB-3DBAF8676F16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AD480F-291A-42F1-8FDC-F53E9BC90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CC47D8-17C6-42FB-9EAB-D71E2092B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337CE-74A1-4764-909E-7062A3562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76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55E80219-83CF-486D-A6CB-3B5654D48968}"/>
              </a:ext>
            </a:extLst>
          </p:cNvPr>
          <p:cNvSpPr/>
          <p:nvPr/>
        </p:nvSpPr>
        <p:spPr>
          <a:xfrm>
            <a:off x="224852" y="5441429"/>
            <a:ext cx="11557417" cy="1304144"/>
          </a:xfrm>
          <a:prstGeom prst="rect">
            <a:avLst/>
          </a:prstGeom>
          <a:solidFill>
            <a:srgbClr val="FFFF00">
              <a:alpha val="6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2A3ED6-1873-46B9-AA2F-41AE7003F60F}"/>
              </a:ext>
            </a:extLst>
          </p:cNvPr>
          <p:cNvSpPr/>
          <p:nvPr/>
        </p:nvSpPr>
        <p:spPr>
          <a:xfrm>
            <a:off x="224852" y="284814"/>
            <a:ext cx="11557417" cy="127416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DB0CBC-1C2A-4336-9F43-7597F0D89A9B}"/>
              </a:ext>
            </a:extLst>
          </p:cNvPr>
          <p:cNvSpPr txBox="1"/>
          <p:nvPr/>
        </p:nvSpPr>
        <p:spPr>
          <a:xfrm>
            <a:off x="359764" y="329784"/>
            <a:ext cx="11647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/>
              <a:t>VOCE SABIA?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1A4578-4F23-4A74-A166-FB3431B3ECFD}"/>
              </a:ext>
            </a:extLst>
          </p:cNvPr>
          <p:cNvSpPr txBox="1"/>
          <p:nvPr/>
        </p:nvSpPr>
        <p:spPr>
          <a:xfrm>
            <a:off x="224852" y="1938806"/>
            <a:ext cx="70753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Item 10.8.8 da NR10 </a:t>
            </a:r>
            <a:r>
              <a:rPr lang="pt-BR" dirty="0"/>
              <a:t>- Os trabalhadores autorizados a intervir em instalações elétricas devem possuir treinamento específico sobre os riscos decorrentes do emprego da energia elétrica e as principais medidas de prevenção de acidentes em instalações elétricas, de acordo com o estabelecido no Anexo III desta NR.</a:t>
            </a:r>
          </a:p>
          <a:p>
            <a:endParaRPr lang="pt-BR" dirty="0"/>
          </a:p>
          <a:p>
            <a:r>
              <a:rPr lang="pt-BR" b="1" dirty="0"/>
              <a:t>Regra de Ouro número 4 </a:t>
            </a:r>
            <a:r>
              <a:rPr lang="pt-BR" dirty="0"/>
              <a:t>– Nunca execute manutenções ou intervenções em instalações ou equipamentos sem ter certeza de que todas as fontes de energia tenham sido bloqueadas, identificadas e testadas com ‘ZERO ENERGIA’.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554F37-ACB2-4E27-8520-90DDF51D2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253" y="1938806"/>
            <a:ext cx="4547016" cy="313932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1F69F95-5454-4731-AD3B-02788678B29C}"/>
              </a:ext>
            </a:extLst>
          </p:cNvPr>
          <p:cNvSpPr txBox="1"/>
          <p:nvPr/>
        </p:nvSpPr>
        <p:spPr>
          <a:xfrm>
            <a:off x="359764" y="5516379"/>
            <a:ext cx="11317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 manutenção ou intervenção em painéis elétricos deve ser efetuada apenas por profissionais habilitados e autorizados</a:t>
            </a:r>
          </a:p>
        </p:txBody>
      </p:sp>
    </p:spTree>
    <p:extLst>
      <p:ext uri="{BB962C8B-B14F-4D97-AF65-F5344CB8AC3E}">
        <p14:creationId xmlns:p14="http://schemas.microsoft.com/office/powerpoint/2010/main" val="656350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Evandro Laurett</dc:creator>
  <cp:lastModifiedBy>Evandro Laurett</cp:lastModifiedBy>
  <cp:revision>5</cp:revision>
  <dcterms:created xsi:type="dcterms:W3CDTF">2020-04-28T14:58:00Z</dcterms:created>
  <dcterms:modified xsi:type="dcterms:W3CDTF">2020-04-28T16:27:45Z</dcterms:modified>
</cp:coreProperties>
</file>