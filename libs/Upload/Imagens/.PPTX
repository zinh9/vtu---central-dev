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E06ED-087B-4273-AF17-120A3B43C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4B49A-E140-41F8-A5D9-7ABEAE396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B2E381-EA6F-4349-A760-28A0BDE5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387631-0FB0-4E8A-884A-21B3BE27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E3CCA0-BC0B-4F98-A57C-0CE56657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58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516ED-7D72-479E-9027-4FE26BC6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F1E18B-2BA5-41D8-ABEE-D1F5C7FE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7384C9-BAC6-4308-857D-6257D617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D671D9-EE89-43C6-ACF6-EAE9A780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C48AC-F1A5-4D4E-8979-2DC30347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37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0DA14-05A1-45B2-81CB-860CF65D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57485A-8376-4060-88EB-543D29379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0CADF4-BFF8-4538-9C17-B4717B02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DC10CB-C2E8-48A0-8C1F-8AA621D0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7AA7DB-C120-4C08-9CD8-6A3105A2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78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5988D-A857-4232-8AC2-625A7CE0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6F650-0F88-40C7-A981-5E2AB01B5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3D82D2-F0FD-44D7-897F-E3F95A9F7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07F8D6-8CF7-4D63-9C08-51EEB6C0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D28D27-98D2-4BDC-B73A-30DCADC5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5F37BD-809E-4943-AE5B-4D43DEBD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55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F4F4D-1B5A-4D9D-96AD-9DBBEAD0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B290C6-D49A-49E4-AF79-14072A359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FBADB3-DAB8-4445-9A5C-0DF79749E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6A5151-CADA-407D-8DCE-9C12F84B6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B40A5F-79F7-4F3C-9D8F-E4FCE2CC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867FD1-4A67-4386-9EB6-6F0D1FFE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B16EFD-D3EA-4542-8F29-D592CA40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BB87E0-4EB0-4372-ADDD-F5536C0D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16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8F730-A358-49FA-83A5-0F67F85D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C7A4BF-9590-4E8A-A152-D5E58E63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274733-F36E-4F94-AE29-B30CD041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68522B8-61D0-4527-B79A-B6306131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20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4700A2-94E1-48A3-813F-06F7801C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4E4E11-2DA8-4128-8CA3-DE735D2B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CA44A0-DADB-4056-BF98-E0C446B9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80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3AFD6-0BE1-440F-B910-F8F87C40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4EDB99-5295-46A0-9F85-6372A85D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2A6390-91B0-4D10-9CA5-D6EA33817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961954-A785-40D5-9A25-7BAF085E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0757BD-071B-4FD8-8C14-257222D5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F4365A-2314-4CFA-A1E0-7259076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16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BE4D2-A429-4B84-BB7C-2BE7B46B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D828BC-1910-4562-ADBC-D01E04C51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EC4C8D-18F1-4F09-84A3-BB9D0461B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EE1507-3BD7-40B7-918E-9F8C7E78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3C2AB1-C389-42EC-ADDD-A8172248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7CDC8F-B0C1-4BE2-BC2C-BE0AD930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34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6EDA9-F062-40D8-9FAB-21BA953C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AC189D-ED33-4B8A-9A91-25170D39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03BB7-622B-4235-8946-CFCB72B5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3C212B-FE3B-4CDA-857C-4B1EBE35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C589AE-329D-4DFC-986D-1D2DC1FF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16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AE3FEC-151D-4B8E-A0B4-B326B8E56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FFF9E5-35B6-4018-94C4-D8413A77D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B9E1EE-E233-4687-AC8E-8300657F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A57E67-9196-44EA-BF9F-C5CF301D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A4D6A-34A3-4EB4-91C4-7E0395F3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66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7553A6-A0F3-4028-B877-882EC8AB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7F0F68-8DAA-4C8E-89B2-FB52A64FB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B03C7-F6B3-407D-A106-E3313EAB6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FBBF9-79F9-40F2-806E-BF54684FF170}" type="datetimeFigureOut">
              <a:rPr lang="pt-BR" smtClean="0"/>
              <a:t>21/05/2019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74D2B7-49B9-4707-B30B-FF9EBE1F0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E3E5F6-FC90-4ABD-A110-3811F6659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BDE51-A802-4820-911E-5106A26E13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84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0488814-BAB0-4B41-A0FD-6F25AC388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22" y="1081087"/>
            <a:ext cx="8792307" cy="46958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4252FAC-424F-4573-AED0-39AFE5918E33}"/>
              </a:ext>
            </a:extLst>
          </p:cNvPr>
          <p:cNvSpPr txBox="1"/>
          <p:nvPr/>
        </p:nvSpPr>
        <p:spPr>
          <a:xfrm>
            <a:off x="1302588" y="5976730"/>
            <a:ext cx="8792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Situação identificada na pera de Bicas, nesses casos, informar o CPT, cortar as locomotivas, e puxar para local seguro para realizar a troca de equipe.</a:t>
            </a:r>
          </a:p>
        </p:txBody>
      </p:sp>
    </p:spTree>
    <p:extLst>
      <p:ext uri="{BB962C8B-B14F-4D97-AF65-F5344CB8AC3E}">
        <p14:creationId xmlns:p14="http://schemas.microsoft.com/office/powerpoint/2010/main" val="564852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Pacheco</dc:creator>
  <cp:lastModifiedBy>Eduardo Pacheco</cp:lastModifiedBy>
  <cp:revision>2</cp:revision>
  <dcterms:created xsi:type="dcterms:W3CDTF">2019-05-21T17:12:18Z</dcterms:created>
  <dcterms:modified xsi:type="dcterms:W3CDTF">2019-05-21T17:33:53Z</dcterms:modified>
</cp:coreProperties>
</file>