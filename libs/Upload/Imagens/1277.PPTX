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5"/>
  </p:sldMasterIdLst>
  <p:notesMasterIdLst>
    <p:notesMasterId r:id="rId12"/>
  </p:notesMasterIdLst>
  <p:handoutMasterIdLst>
    <p:handoutMasterId r:id="rId13"/>
  </p:handoutMasterIdLst>
  <p:sldIdLst>
    <p:sldId id="2147473179" r:id="rId6"/>
    <p:sldId id="2147473177" r:id="rId7"/>
    <p:sldId id="2147473176" r:id="rId8"/>
    <p:sldId id="2147473178" r:id="rId9"/>
    <p:sldId id="2147473180" r:id="rId10"/>
    <p:sldId id="478" r:id="rId11"/>
  </p:sldIdLst>
  <p:sldSz cx="12192000" cy="6858000"/>
  <p:notesSz cx="6819900" cy="99187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8080"/>
    <a:srgbClr val="E37222"/>
    <a:srgbClr val="747678"/>
    <a:srgbClr val="DFDF00"/>
    <a:srgbClr val="606060"/>
    <a:srgbClr val="FFFFFF"/>
    <a:srgbClr val="333333"/>
    <a:srgbClr val="FF9900"/>
    <a:srgbClr val="69BE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92" autoAdjust="0"/>
    <p:restoredTop sz="99137" autoAdjust="0"/>
  </p:normalViewPr>
  <p:slideViewPr>
    <p:cSldViewPr snapToGrid="0" snapToObjects="1">
      <p:cViewPr varScale="1">
        <p:scale>
          <a:sx n="69" d="100"/>
          <a:sy n="69" d="100"/>
        </p:scale>
        <p:origin x="768" y="54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1007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3CCAF8-90EF-44E9-91AB-1DDAF3EBEF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5290" cy="49593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5E9C1A-AFA7-4977-9D38-05BFEBEA60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63032" y="0"/>
            <a:ext cx="2955290" cy="49593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CA6673F7-A509-44D4-B456-3A5545EC6F1C}" type="datetimeFigureOut">
              <a:rPr lang="en-US" altLang="pt-BR"/>
              <a:pPr>
                <a:defRPr/>
              </a:pPr>
              <a:t>1/17/2024</a:t>
            </a:fld>
            <a:endParaRPr lang="en-US" alt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ED7EFC-8A1C-4BCE-9B99-13D5E04A9C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1044"/>
            <a:ext cx="2955290" cy="49593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D357DF-67BE-4713-9FC0-ACEC1A33E7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63032" y="9421044"/>
            <a:ext cx="2955290" cy="49593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EED6CDE-E9A4-47F5-BF7F-F0F341B87AC5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20390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20BB6DC-3E64-4607-8467-5481A2DAB0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5290" cy="49593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D46E95-BFF3-4A6A-8460-808D801004A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63032" y="0"/>
            <a:ext cx="2955290" cy="49593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0A7130AB-3D0A-40ED-A3B2-563445A41575}" type="datetimeFigureOut">
              <a:rPr lang="en-US" altLang="pt-BR"/>
              <a:pPr>
                <a:defRPr/>
              </a:pPr>
              <a:t>1/17/2024</a:t>
            </a:fld>
            <a:endParaRPr lang="en-US" altLang="pt-BR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FB23D8D-D3B0-4B7B-BE84-BE40FBFA62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44538"/>
            <a:ext cx="6610350" cy="37195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B773337-E68A-41E1-AD47-2E5272D6C8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990" y="4711383"/>
            <a:ext cx="5455920" cy="446341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noProof="0"/>
              <a:t>Click to edit Master text styles</a:t>
            </a:r>
          </a:p>
          <a:p>
            <a:pPr lvl="1"/>
            <a:r>
              <a:rPr lang="pt-BR" altLang="pt-BR" noProof="0"/>
              <a:t>Second level</a:t>
            </a:r>
          </a:p>
          <a:p>
            <a:pPr lvl="2"/>
            <a:r>
              <a:rPr lang="pt-BR" altLang="pt-BR" noProof="0"/>
              <a:t>Third level</a:t>
            </a:r>
          </a:p>
          <a:p>
            <a:pPr lvl="3"/>
            <a:r>
              <a:rPr lang="pt-BR" altLang="pt-BR" noProof="0"/>
              <a:t>Fourth level</a:t>
            </a:r>
          </a:p>
          <a:p>
            <a:pPr lvl="4"/>
            <a:r>
              <a:rPr lang="pt-BR" altLang="pt-BR" noProof="0"/>
              <a:t>Fifth level</a:t>
            </a:r>
            <a:endParaRPr lang="en-US" altLang="pt-BR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30587-4149-47D2-9369-D5D3D3C681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1044"/>
            <a:ext cx="2955290" cy="49593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AAB30-2858-4F72-A831-7401AF7F65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63032" y="9421044"/>
            <a:ext cx="2955290" cy="49593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9097929-E7E4-4844-BE2D-3146FCB4DB1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68867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Fonte A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F53B3374-867D-41A3-AD6B-F41AE81150B7}"/>
              </a:ext>
            </a:extLst>
          </p:cNvPr>
          <p:cNvSpPr/>
          <p:nvPr userDrawn="1"/>
        </p:nvSpPr>
        <p:spPr>
          <a:xfrm>
            <a:off x="1" y="5889626"/>
            <a:ext cx="10096500" cy="968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E8DF400-5526-4E1B-8327-F83285B8C482}"/>
              </a:ext>
            </a:extLst>
          </p:cNvPr>
          <p:cNvSpPr/>
          <p:nvPr userDrawn="1"/>
        </p:nvSpPr>
        <p:spPr>
          <a:xfrm>
            <a:off x="0" y="6635750"/>
            <a:ext cx="12192000" cy="22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2148D08C-BE3B-419F-B971-80B97D769465}"/>
              </a:ext>
            </a:extLst>
          </p:cNvPr>
          <p:cNvSpPr/>
          <p:nvPr userDrawn="1"/>
        </p:nvSpPr>
        <p:spPr>
          <a:xfrm>
            <a:off x="0" y="4108450"/>
            <a:ext cx="12192000" cy="141288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16" y="4513134"/>
            <a:ext cx="10648968" cy="1073111"/>
          </a:xfrm>
        </p:spPr>
        <p:txBody>
          <a:bodyPr>
            <a:noAutofit/>
          </a:bodyPr>
          <a:lstStyle>
            <a:lvl1pPr algn="l">
              <a:defRPr sz="3300" b="1" cap="none">
                <a:solidFill>
                  <a:srgbClr val="747678"/>
                </a:solidFill>
              </a:defRPr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16" y="5586240"/>
            <a:ext cx="8879435" cy="341312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747678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12192000" cy="4134556"/>
          </a:xfrm>
        </p:spPr>
        <p:txBody>
          <a:bodyPr rtlCol="0">
            <a:normAutofit/>
          </a:bodyPr>
          <a:lstStyle/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1"/>
          </p:nvPr>
        </p:nvSpPr>
        <p:spPr>
          <a:xfrm>
            <a:off x="677316" y="6098471"/>
            <a:ext cx="8879435" cy="341312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Contendo o nome do apresentador	   E a data (xx/xx/xxxx)</a:t>
            </a:r>
          </a:p>
        </p:txBody>
      </p:sp>
    </p:spTree>
    <p:extLst>
      <p:ext uri="{BB962C8B-B14F-4D97-AF65-F5344CB8AC3E}">
        <p14:creationId xmlns:p14="http://schemas.microsoft.com/office/powerpoint/2010/main" val="2962095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SEM FOTO - Fonte A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15DD8BE6-FF40-459B-BB3D-38075AE5B69C}"/>
              </a:ext>
            </a:extLst>
          </p:cNvPr>
          <p:cNvSpPr/>
          <p:nvPr userDrawn="1"/>
        </p:nvSpPr>
        <p:spPr>
          <a:xfrm>
            <a:off x="1" y="5889626"/>
            <a:ext cx="10096500" cy="968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29DAB8A-A1B1-447F-A3A5-91BC714F6D08}"/>
              </a:ext>
            </a:extLst>
          </p:cNvPr>
          <p:cNvSpPr/>
          <p:nvPr userDrawn="1"/>
        </p:nvSpPr>
        <p:spPr>
          <a:xfrm>
            <a:off x="0" y="6635750"/>
            <a:ext cx="12192000" cy="22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862C65C-E5C5-4FEF-9540-3DDF1E3A2CEB}"/>
              </a:ext>
            </a:extLst>
          </p:cNvPr>
          <p:cNvSpPr/>
          <p:nvPr userDrawn="1"/>
        </p:nvSpPr>
        <p:spPr>
          <a:xfrm>
            <a:off x="0" y="1"/>
            <a:ext cx="12192000" cy="3419475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16" y="1998534"/>
            <a:ext cx="10648968" cy="1073111"/>
          </a:xfrm>
        </p:spPr>
        <p:txBody>
          <a:bodyPr>
            <a:noAutofit/>
          </a:bodyPr>
          <a:lstStyle>
            <a:lvl1pPr algn="l">
              <a:defRPr sz="3300" b="1" cap="none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16" y="3787920"/>
            <a:ext cx="8879435" cy="341312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747678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1"/>
          </p:nvPr>
        </p:nvSpPr>
        <p:spPr>
          <a:xfrm>
            <a:off x="677316" y="4300151"/>
            <a:ext cx="8879435" cy="341312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Contendo o nome do apresentador	   E a data (xx/xx/xxxx)</a:t>
            </a:r>
          </a:p>
        </p:txBody>
      </p:sp>
    </p:spTree>
    <p:extLst>
      <p:ext uri="{BB962C8B-B14F-4D97-AF65-F5344CB8AC3E}">
        <p14:creationId xmlns:p14="http://schemas.microsoft.com/office/powerpoint/2010/main" val="1996574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745054" y="566317"/>
            <a:ext cx="10578127" cy="1145109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0"/>
          </p:nvPr>
        </p:nvSpPr>
        <p:spPr>
          <a:xfrm>
            <a:off x="759472" y="2107837"/>
            <a:ext cx="10561925" cy="3712783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2229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336" y="568425"/>
            <a:ext cx="10561925" cy="1143000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9481" y="2107837"/>
            <a:ext cx="5033511" cy="3712783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10" name="Content Placeholder 2"/>
          <p:cNvSpPr>
            <a:spLocks noGrp="1"/>
          </p:cNvSpPr>
          <p:nvPr>
            <p:ph idx="11"/>
          </p:nvPr>
        </p:nvSpPr>
        <p:spPr>
          <a:xfrm>
            <a:off x="6280751" y="2108810"/>
            <a:ext cx="5033511" cy="3712783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9341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+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336" y="568425"/>
            <a:ext cx="10561925" cy="1143000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9481" y="2107839"/>
            <a:ext cx="5033511" cy="1679071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6" name="Content Placeholder 2"/>
          <p:cNvSpPr>
            <a:spLocks noGrp="1"/>
          </p:cNvSpPr>
          <p:nvPr>
            <p:ph idx="12"/>
          </p:nvPr>
        </p:nvSpPr>
        <p:spPr>
          <a:xfrm>
            <a:off x="759481" y="4142522"/>
            <a:ext cx="5033511" cy="1679071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280751" y="2107839"/>
            <a:ext cx="5033511" cy="1679071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6280751" y="4142522"/>
            <a:ext cx="5033511" cy="1679071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5462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+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336" y="568425"/>
            <a:ext cx="10561925" cy="1143000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9480" y="2107838"/>
            <a:ext cx="10554781" cy="1825315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10" name="Content Placeholder 2"/>
          <p:cNvSpPr>
            <a:spLocks noGrp="1"/>
          </p:cNvSpPr>
          <p:nvPr>
            <p:ph idx="11"/>
          </p:nvPr>
        </p:nvSpPr>
        <p:spPr>
          <a:xfrm>
            <a:off x="759482" y="4079394"/>
            <a:ext cx="10554781" cy="1742198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9660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95624905-F24C-4826-94D6-A88FB5762FF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4767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0E071EC-F320-42B9-9579-479FABA10B50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6580717" y="2620434"/>
            <a:ext cx="7975600" cy="161713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ts val="1824"/>
              </a:spcBef>
              <a:buFont typeface="Arial"/>
              <a:buNone/>
              <a:defRPr sz="160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pt-BR" sz="14000" b="1" spc="-1200" dirty="0">
                <a:solidFill>
                  <a:srgbClr val="FFFFFF"/>
                </a:solidFill>
              </a:rPr>
              <a:t>Disclaimer</a:t>
            </a:r>
            <a:endParaRPr lang="en-US" sz="14000" b="1" spc="-1200" dirty="0">
              <a:solidFill>
                <a:srgbClr val="FFFFFF"/>
              </a:solidFill>
            </a:endParaRP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115810" y="657227"/>
            <a:ext cx="7416799" cy="5578476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subtitle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030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opçãodec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968B954D-658A-41B5-87C3-42570304B1B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E7A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007E7A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08A6DCF-DEC9-4C3E-85D5-B26042BA68AD}"/>
              </a:ext>
            </a:extLst>
          </p:cNvPr>
          <p:cNvSpPr txBox="1">
            <a:spLocks/>
          </p:cNvSpPr>
          <p:nvPr userDrawn="1"/>
        </p:nvSpPr>
        <p:spPr bwMode="auto">
          <a:xfrm rot="16200000">
            <a:off x="7754410" y="1648884"/>
            <a:ext cx="7334250" cy="320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7500" lnSpcReduction="20000"/>
          </a:bodyPr>
          <a:lstStyle>
            <a:lvl1pPr>
              <a:spcBef>
                <a:spcPts val="1825"/>
              </a:spcBef>
              <a:buFont typeface="Arial" pitchFamily="34" charset="0"/>
              <a:defRPr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9000" b="1" dirty="0">
                <a:solidFill>
                  <a:schemeClr val="bg1"/>
                </a:solidFill>
              </a:rPr>
              <a:t>Agenda</a:t>
            </a:r>
            <a:endParaRPr lang="en-US" altLang="pt-BR" sz="19000" b="1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51243" y="837516"/>
            <a:ext cx="9125693" cy="5313405"/>
          </a:xfrm>
        </p:spPr>
        <p:txBody>
          <a:bodyPr anchor="ctr">
            <a:normAutofit/>
          </a:bodyPr>
          <a:lstStyle>
            <a:lvl1pPr marL="457200" indent="-457200">
              <a:buAutoNum type="arabicPeriod"/>
              <a:defRPr sz="2000" b="0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11263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2opçãodec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C12283B-26C4-4C2D-83E5-22FD65A9C1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007E7A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B484BC3-00CF-49E3-947A-34D298D887A3}"/>
              </a:ext>
            </a:extLst>
          </p:cNvPr>
          <p:cNvSpPr txBox="1">
            <a:spLocks/>
          </p:cNvSpPr>
          <p:nvPr userDrawn="1"/>
        </p:nvSpPr>
        <p:spPr bwMode="auto">
          <a:xfrm rot="16200000">
            <a:off x="7745943" y="1633009"/>
            <a:ext cx="7334250" cy="320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7500" lnSpcReduction="20000"/>
          </a:bodyPr>
          <a:lstStyle>
            <a:lvl1pPr>
              <a:spcBef>
                <a:spcPts val="1825"/>
              </a:spcBef>
              <a:buFont typeface="Arial" pitchFamily="34" charset="0"/>
              <a:defRPr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9000" b="1" dirty="0">
                <a:solidFill>
                  <a:schemeClr val="bg1"/>
                </a:solidFill>
              </a:rPr>
              <a:t>Agenda</a:t>
            </a:r>
            <a:endParaRPr lang="en-US" altLang="pt-BR" sz="19000" b="1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51243" y="837516"/>
            <a:ext cx="9125693" cy="5313405"/>
          </a:xfrm>
        </p:spPr>
        <p:txBody>
          <a:bodyPr anchor="ctr">
            <a:normAutofit/>
          </a:bodyPr>
          <a:lstStyle>
            <a:lvl1pPr marL="457200" indent="-457200">
              <a:buAutoNum type="arabicPeriod"/>
              <a:defRPr sz="2000" b="0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3997667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opçãodec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9C039A87-668C-4F3C-81D3-DDA3AC82BD6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007E7A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1C0710F-A926-4049-AC53-8039C7EFFB1A}"/>
              </a:ext>
            </a:extLst>
          </p:cNvPr>
          <p:cNvSpPr txBox="1">
            <a:spLocks/>
          </p:cNvSpPr>
          <p:nvPr userDrawn="1"/>
        </p:nvSpPr>
        <p:spPr bwMode="auto">
          <a:xfrm rot="16200000">
            <a:off x="7735359" y="1637772"/>
            <a:ext cx="7334251" cy="320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7500" lnSpcReduction="20000"/>
          </a:bodyPr>
          <a:lstStyle>
            <a:lvl1pPr>
              <a:spcBef>
                <a:spcPts val="1825"/>
              </a:spcBef>
              <a:buFont typeface="Arial" pitchFamily="34" charset="0"/>
              <a:defRPr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9000" b="1" dirty="0">
                <a:solidFill>
                  <a:schemeClr val="bg1"/>
                </a:solidFill>
              </a:rPr>
              <a:t>Agenda</a:t>
            </a:r>
            <a:endParaRPr lang="en-US" altLang="pt-BR" sz="19000" b="1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51243" y="837516"/>
            <a:ext cx="9125693" cy="5313405"/>
          </a:xfrm>
        </p:spPr>
        <p:txBody>
          <a:bodyPr anchor="ctr">
            <a:normAutofit/>
          </a:bodyPr>
          <a:lstStyle>
            <a:lvl1pPr marL="457200" indent="-457200">
              <a:buAutoNum type="arabicPeriod"/>
              <a:defRPr sz="2000" b="0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4095177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69BB58AC-48CC-419C-86AF-7FFD2E6DD596}"/>
              </a:ext>
            </a:extLst>
          </p:cNvPr>
          <p:cNvCxnSpPr/>
          <p:nvPr userDrawn="1"/>
        </p:nvCxnSpPr>
        <p:spPr>
          <a:xfrm>
            <a:off x="751418" y="1203325"/>
            <a:ext cx="1056216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9472" y="441430"/>
            <a:ext cx="10554789" cy="76236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 lang="pt-BR" sz="1600" b="0" dirty="0" smtClean="0"/>
            </a:lvl1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336" y="1292697"/>
            <a:ext cx="10561925" cy="726609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1"/>
          </p:nvPr>
        </p:nvSpPr>
        <p:spPr>
          <a:xfrm>
            <a:off x="752338" y="2108206"/>
            <a:ext cx="10561925" cy="3649887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3381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ctionTitl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3">
            <a:extLst>
              <a:ext uri="{FF2B5EF4-FFF2-40B4-BE49-F238E27FC236}">
                <a16:creationId xmlns:a16="http://schemas.microsoft.com/office/drawing/2014/main" id="{3B5CD5EC-0D23-4155-B24F-7CD9C54E923A}"/>
              </a:ext>
            </a:extLst>
          </p:cNvPr>
          <p:cNvCxnSpPr/>
          <p:nvPr userDrawn="1"/>
        </p:nvCxnSpPr>
        <p:spPr>
          <a:xfrm>
            <a:off x="751418" y="1203325"/>
            <a:ext cx="1056216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9472" y="441430"/>
            <a:ext cx="10554789" cy="76236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 lang="pt-BR" sz="1600" b="0" dirty="0" smtClean="0"/>
            </a:lvl1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336" y="1292697"/>
            <a:ext cx="10561925" cy="726609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1"/>
          </p:nvPr>
        </p:nvSpPr>
        <p:spPr>
          <a:xfrm>
            <a:off x="759481" y="2107837"/>
            <a:ext cx="5033511" cy="3712783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7" name="Content Placeholder 2"/>
          <p:cNvSpPr>
            <a:spLocks noGrp="1"/>
          </p:cNvSpPr>
          <p:nvPr>
            <p:ph idx="12"/>
          </p:nvPr>
        </p:nvSpPr>
        <p:spPr>
          <a:xfrm>
            <a:off x="6262278" y="2108810"/>
            <a:ext cx="5033511" cy="3712783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0672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ando Valor - A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8189A7F1-6612-4A68-B963-1760CE7E6256}"/>
              </a:ext>
            </a:extLst>
          </p:cNvPr>
          <p:cNvSpPr/>
          <p:nvPr userDrawn="1"/>
        </p:nvSpPr>
        <p:spPr>
          <a:xfrm>
            <a:off x="1" y="5889626"/>
            <a:ext cx="10096500" cy="968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6AE69C8-91CA-4656-AE88-934D019D2F15}"/>
              </a:ext>
            </a:extLst>
          </p:cNvPr>
          <p:cNvSpPr/>
          <p:nvPr userDrawn="1"/>
        </p:nvSpPr>
        <p:spPr>
          <a:xfrm>
            <a:off x="0" y="6635750"/>
            <a:ext cx="12192000" cy="22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7E4F228-DEAA-40F8-9769-38078EB31165}"/>
              </a:ext>
            </a:extLst>
          </p:cNvPr>
          <p:cNvSpPr/>
          <p:nvPr userDrawn="1"/>
        </p:nvSpPr>
        <p:spPr>
          <a:xfrm>
            <a:off x="0" y="4362450"/>
            <a:ext cx="12192000" cy="141288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25" y="4753018"/>
            <a:ext cx="9419183" cy="1533483"/>
          </a:xfrm>
        </p:spPr>
        <p:txBody>
          <a:bodyPr>
            <a:noAutofit/>
          </a:bodyPr>
          <a:lstStyle>
            <a:lvl1pPr algn="l">
              <a:lnSpc>
                <a:spcPct val="90000"/>
              </a:lnSpc>
              <a:defRPr sz="5300" b="1" cap="none">
                <a:solidFill>
                  <a:srgbClr val="747678"/>
                </a:solidFill>
              </a:defRPr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12192000" cy="4362451"/>
          </a:xfrm>
        </p:spPr>
        <p:txBody>
          <a:bodyPr rtlCol="0">
            <a:normAutofit/>
          </a:bodyPr>
          <a:lstStyle/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950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808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Foto de Fu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4F9EBA27-ED3E-2348-B5E9-3F61307A6A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849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AE56CA-88E3-499C-8D89-34C51A1BA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68325"/>
            <a:ext cx="10562167" cy="11430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pt-BR" altLang="pt-BR"/>
              <a:t>A Vale</a:t>
            </a:r>
            <a:endParaRPr lang="en-US" altLang="pt-BR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4FAC9FD-55E0-4894-9B15-CB03C63131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62001" y="2101851"/>
            <a:ext cx="10562167" cy="371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Texto</a:t>
            </a:r>
            <a:endParaRPr lang="en-US" alt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2A8783-92F5-43C7-BB88-EA77B7ECA72B}"/>
              </a:ext>
            </a:extLst>
          </p:cNvPr>
          <p:cNvSpPr/>
          <p:nvPr userDrawn="1"/>
        </p:nvSpPr>
        <p:spPr>
          <a:xfrm>
            <a:off x="1" y="6729414"/>
            <a:ext cx="12187767" cy="128587"/>
          </a:xfrm>
          <a:prstGeom prst="rect">
            <a:avLst/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CCFB75F-B735-4DCD-BB5C-D571C2B73935}"/>
              </a:ext>
            </a:extLst>
          </p:cNvPr>
          <p:cNvSpPr txBox="1">
            <a:spLocks/>
          </p:cNvSpPr>
          <p:nvPr userDrawn="1"/>
        </p:nvSpPr>
        <p:spPr>
          <a:xfrm>
            <a:off x="785284" y="6203951"/>
            <a:ext cx="2844800" cy="365125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F34F091-0AD4-4B9A-A8C0-DEC753C63D8F}" type="slidenum">
              <a:rPr lang="en-US" altLang="pt-BR" sz="1200" smtClean="0">
                <a:solidFill>
                  <a:srgbClr val="FFFFFF"/>
                </a:solidFill>
              </a:rPr>
              <a:pPr eaLnBrk="1" hangingPunct="1">
                <a:defRPr/>
              </a:pPr>
              <a:t>‹nº›</a:t>
            </a:fld>
            <a:endParaRPr lang="en-US" altLang="pt-BR" sz="12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3" r:id="rId1"/>
    <p:sldLayoutId id="2147484614" r:id="rId2"/>
    <p:sldLayoutId id="2147484608" r:id="rId3"/>
    <p:sldLayoutId id="2147484609" r:id="rId4"/>
    <p:sldLayoutId id="2147484610" r:id="rId5"/>
    <p:sldLayoutId id="2147484611" r:id="rId6"/>
    <p:sldLayoutId id="2147484615" r:id="rId7"/>
    <p:sldLayoutId id="2147484616" r:id="rId8"/>
    <p:sldLayoutId id="2147484617" r:id="rId9"/>
    <p:sldLayoutId id="2147484618" r:id="rId10"/>
    <p:sldLayoutId id="2147484619" r:id="rId11"/>
    <p:sldLayoutId id="2147484620" r:id="rId12"/>
    <p:sldLayoutId id="2147484621" r:id="rId13"/>
    <p:sldLayoutId id="2147484612" r:id="rId14"/>
    <p:sldLayoutId id="2147484623" r:id="rId15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300" b="1" kern="1200" spc="-150">
          <a:solidFill>
            <a:srgbClr val="747678"/>
          </a:solidFill>
          <a:latin typeface="Arial"/>
          <a:ea typeface="+mj-ea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9pPr>
    </p:titleStyle>
    <p:bodyStyle>
      <a:lvl1pPr algn="l" defTabSz="457200" rtl="0" eaLnBrk="0" fontAlgn="base" hangingPunct="0">
        <a:spcBef>
          <a:spcPts val="1825"/>
        </a:spcBef>
        <a:spcAft>
          <a:spcPct val="0"/>
        </a:spcAft>
        <a:buFont typeface="Arial" panose="020B0604020202020204" pitchFamily="34" charset="0"/>
        <a:defRPr kern="1200">
          <a:solidFill>
            <a:srgbClr val="747678"/>
          </a:solidFill>
          <a:latin typeface="Arial"/>
          <a:ea typeface="+mn-ea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">
            <a:extLst>
              <a:ext uri="{FF2B5EF4-FFF2-40B4-BE49-F238E27FC236}">
                <a16:creationId xmlns:a16="http://schemas.microsoft.com/office/drawing/2014/main" id="{63233B9D-25E7-4B7D-8A21-6FAD4CE5CBD8}"/>
              </a:ext>
            </a:extLst>
          </p:cNvPr>
          <p:cNvSpPr/>
          <p:nvPr/>
        </p:nvSpPr>
        <p:spPr>
          <a:xfrm>
            <a:off x="9190" y="10528"/>
            <a:ext cx="3120261" cy="6881910"/>
          </a:xfrm>
          <a:prstGeom prst="rect">
            <a:avLst/>
          </a:prstGeom>
          <a:solidFill>
            <a:srgbClr val="4AB99B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pic>
        <p:nvPicPr>
          <p:cNvPr id="98" name="Image" descr="Image">
            <a:extLst>
              <a:ext uri="{FF2B5EF4-FFF2-40B4-BE49-F238E27FC236}">
                <a16:creationId xmlns:a16="http://schemas.microsoft.com/office/drawing/2014/main" id="{1EA8050E-6C8D-4D9A-A7EC-288CA653C1B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16400"/>
            <a:ext cx="6258902" cy="1418388"/>
          </a:xfrm>
          <a:prstGeom prst="rect">
            <a:avLst/>
          </a:prstGeom>
          <a:ln w="12700">
            <a:miter lim="400000"/>
          </a:ln>
        </p:spPr>
      </p:pic>
      <p:sp>
        <p:nvSpPr>
          <p:cNvPr id="415" name="Retângulo 414">
            <a:extLst>
              <a:ext uri="{FF2B5EF4-FFF2-40B4-BE49-F238E27FC236}">
                <a16:creationId xmlns:a16="http://schemas.microsoft.com/office/drawing/2014/main" id="{9FACA2F0-9B36-46C3-ADCC-CF85ABAE9713}"/>
              </a:ext>
            </a:extLst>
          </p:cNvPr>
          <p:cNvSpPr/>
          <p:nvPr/>
        </p:nvSpPr>
        <p:spPr>
          <a:xfrm>
            <a:off x="0" y="2367091"/>
            <a:ext cx="3089781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11">
              <a:defRPr/>
            </a:pPr>
            <a:r>
              <a:rPr lang="en-US" altLang="pt-BR" sz="3000" b="1" dirty="0">
                <a:solidFill>
                  <a:srgbClr val="FFFFFF"/>
                </a:solidFill>
                <a:latin typeface="Vale Sans Light" panose="020B0403020204030204" pitchFamily="34" charset="0"/>
              </a:rPr>
              <a:t>Trem de Passageiros da EFVM</a:t>
            </a:r>
            <a:endParaRPr lang="en-US" altLang="pt-BR" sz="3000" b="1" dirty="0">
              <a:solidFill>
                <a:srgbClr val="FFFFFF"/>
              </a:solidFill>
              <a:latin typeface="Vale Sans Light" panose="020B0403020204030204" pitchFamily="34" charset="0"/>
              <a:cs typeface="Arial" panose="020B0604020202020204" pitchFamily="34" charset="0"/>
            </a:endParaRPr>
          </a:p>
          <a:p>
            <a:pPr algn="ctr" defTabSz="457211">
              <a:defRPr/>
            </a:pPr>
            <a:endParaRPr lang="en-US" altLang="pt-BR" sz="3300" b="1" dirty="0">
              <a:solidFill>
                <a:srgbClr val="FFFFFF"/>
              </a:solidFill>
              <a:latin typeface="Vale Sans Light" panose="020B0403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1411D2-B67E-24FD-5AF5-676550617915}"/>
              </a:ext>
            </a:extLst>
          </p:cNvPr>
          <p:cNvSpPr txBox="1">
            <a:spLocks/>
          </p:cNvSpPr>
          <p:nvPr/>
        </p:nvSpPr>
        <p:spPr>
          <a:xfrm>
            <a:off x="3249637" y="4558214"/>
            <a:ext cx="8820442" cy="187729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000" b="1" kern="1200" spc="-150">
                <a:solidFill>
                  <a:srgbClr val="747678"/>
                </a:solidFill>
                <a:latin typeface="Arial"/>
                <a:ea typeface="+mj-ea"/>
                <a:cs typeface="Arial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b="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ROF 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23.3.  O líder da tripulação do trem de passageiros deve ter comunicação de forma direta e exclusiva durante toda viagem com o responsável pela condução do trem. Deve possuir, ainda, sistema de comunicação de emergência com o CCO com cobertura em toda extensão da ferrovia.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9CC3628-EC20-4375-B6FA-2159510F0DA1}"/>
              </a:ext>
            </a:extLst>
          </p:cNvPr>
          <p:cNvSpPr txBox="1">
            <a:spLocks/>
          </p:cNvSpPr>
          <p:nvPr/>
        </p:nvSpPr>
        <p:spPr>
          <a:xfrm>
            <a:off x="3249637" y="909315"/>
            <a:ext cx="8820442" cy="266083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000" b="1" kern="1200" spc="-150">
                <a:solidFill>
                  <a:srgbClr val="747678"/>
                </a:solidFill>
                <a:latin typeface="Arial"/>
                <a:ea typeface="+mj-ea"/>
                <a:cs typeface="Arial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Faixa de comunicação do Trem de Passageiros da EFVM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b="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partir do dia 15/02/2024 a comunicação do Trem de Passageiros na EFVM se dará na faixa de serviços dos rádios, em cumprimento a norma em vigor no ROF </a:t>
            </a:r>
            <a:r>
              <a:rPr lang="pt-BR" sz="2400" b="0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</a:t>
            </a:r>
            <a:r>
              <a:rPr lang="pt-BR" sz="2400" b="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9.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pt-BR" sz="2400" b="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pt-BR" sz="2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22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">
            <a:extLst>
              <a:ext uri="{FF2B5EF4-FFF2-40B4-BE49-F238E27FC236}">
                <a16:creationId xmlns:a16="http://schemas.microsoft.com/office/drawing/2014/main" id="{63233B9D-25E7-4B7D-8A21-6FAD4CE5CBD8}"/>
              </a:ext>
            </a:extLst>
          </p:cNvPr>
          <p:cNvSpPr/>
          <p:nvPr/>
        </p:nvSpPr>
        <p:spPr>
          <a:xfrm>
            <a:off x="0" y="10528"/>
            <a:ext cx="3120261" cy="6881910"/>
          </a:xfrm>
          <a:prstGeom prst="rect">
            <a:avLst/>
          </a:prstGeom>
          <a:solidFill>
            <a:srgbClr val="4AB99B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pic>
        <p:nvPicPr>
          <p:cNvPr id="98" name="Image" descr="Image">
            <a:extLst>
              <a:ext uri="{FF2B5EF4-FFF2-40B4-BE49-F238E27FC236}">
                <a16:creationId xmlns:a16="http://schemas.microsoft.com/office/drawing/2014/main" id="{1EA8050E-6C8D-4D9A-A7EC-288CA653C1B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16400"/>
            <a:ext cx="6258902" cy="1418388"/>
          </a:xfrm>
          <a:prstGeom prst="rect">
            <a:avLst/>
          </a:prstGeom>
          <a:ln w="12700">
            <a:miter lim="400000"/>
          </a:ln>
        </p:spPr>
      </p:pic>
      <p:sp>
        <p:nvSpPr>
          <p:cNvPr id="415" name="Retângulo 414">
            <a:extLst>
              <a:ext uri="{FF2B5EF4-FFF2-40B4-BE49-F238E27FC236}">
                <a16:creationId xmlns:a16="http://schemas.microsoft.com/office/drawing/2014/main" id="{9FACA2F0-9B36-46C3-ADCC-CF85ABAE9713}"/>
              </a:ext>
            </a:extLst>
          </p:cNvPr>
          <p:cNvSpPr/>
          <p:nvPr/>
        </p:nvSpPr>
        <p:spPr>
          <a:xfrm>
            <a:off x="0" y="1272568"/>
            <a:ext cx="308978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11">
              <a:defRPr/>
            </a:pPr>
            <a:endParaRPr lang="en-US" altLang="pt-BR" sz="3000" dirty="0">
              <a:solidFill>
                <a:srgbClr val="FFFFFF"/>
              </a:solidFill>
              <a:latin typeface="Vale Sans Light" panose="020B0403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1411D2-B67E-24FD-5AF5-676550617915}"/>
              </a:ext>
            </a:extLst>
          </p:cNvPr>
          <p:cNvSpPr txBox="1">
            <a:spLocks/>
          </p:cNvSpPr>
          <p:nvPr/>
        </p:nvSpPr>
        <p:spPr>
          <a:xfrm>
            <a:off x="3174611" y="1160170"/>
            <a:ext cx="8820442" cy="497739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000" b="1" kern="1200" spc="-150">
                <a:solidFill>
                  <a:srgbClr val="747678"/>
                </a:solidFill>
                <a:latin typeface="Arial"/>
                <a:ea typeface="+mj-ea"/>
                <a:cs typeface="Arial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Dois rádios instalados na cabine do Trem de Passageiros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pt-BR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eaLnBrk="1" fontAlgn="auto" hangingPunct="1">
              <a:lnSpc>
                <a:spcPct val="150000"/>
              </a:lnSpc>
              <a:spcAft>
                <a:spcPts val="0"/>
              </a:spcAft>
              <a:buAutoNum type="arabicParenR"/>
              <a:defRPr/>
            </a:pPr>
            <a:r>
              <a:rPr lang="pt-BR" sz="2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Frequência do CCO: usado na comunicação habitual, configuração da velocidade em VDD e comunicação na VLI (atuação detector de descarrilamento).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pt-BR" sz="2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pt-BR" sz="2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Frequência Chefe do trem: Faixa de serviço. Aberta a todos, mas para uso de comunicação exclusiva do Trem de Passageiros.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738BF5A-8BEA-DD1E-5D1B-4E2228E29E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077" t="6337" r="17039" b="6030"/>
          <a:stretch/>
        </p:blipFill>
        <p:spPr>
          <a:xfrm>
            <a:off x="196948" y="1896118"/>
            <a:ext cx="2726365" cy="203880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9FB04DEE-C093-02A8-EE8C-3827046740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193" t="6747" r="17039" b="6440"/>
          <a:stretch/>
        </p:blipFill>
        <p:spPr>
          <a:xfrm>
            <a:off x="196947" y="4098759"/>
            <a:ext cx="2726366" cy="203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03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">
            <a:extLst>
              <a:ext uri="{FF2B5EF4-FFF2-40B4-BE49-F238E27FC236}">
                <a16:creationId xmlns:a16="http://schemas.microsoft.com/office/drawing/2014/main" id="{63233B9D-25E7-4B7D-8A21-6FAD4CE5CBD8}"/>
              </a:ext>
            </a:extLst>
          </p:cNvPr>
          <p:cNvSpPr/>
          <p:nvPr/>
        </p:nvSpPr>
        <p:spPr>
          <a:xfrm>
            <a:off x="0" y="10528"/>
            <a:ext cx="3120261" cy="6881910"/>
          </a:xfrm>
          <a:prstGeom prst="rect">
            <a:avLst/>
          </a:prstGeom>
          <a:solidFill>
            <a:srgbClr val="4AB99B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pic>
        <p:nvPicPr>
          <p:cNvPr id="98" name="Image" descr="Image">
            <a:extLst>
              <a:ext uri="{FF2B5EF4-FFF2-40B4-BE49-F238E27FC236}">
                <a16:creationId xmlns:a16="http://schemas.microsoft.com/office/drawing/2014/main" id="{1EA8050E-6C8D-4D9A-A7EC-288CA653C1B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16400"/>
            <a:ext cx="6258902" cy="1418388"/>
          </a:xfrm>
          <a:prstGeom prst="rect">
            <a:avLst/>
          </a:prstGeom>
          <a:ln w="12700">
            <a:miter lim="400000"/>
          </a:ln>
        </p:spPr>
      </p:pic>
      <p:sp>
        <p:nvSpPr>
          <p:cNvPr id="415" name="Retângulo 414">
            <a:extLst>
              <a:ext uri="{FF2B5EF4-FFF2-40B4-BE49-F238E27FC236}">
                <a16:creationId xmlns:a16="http://schemas.microsoft.com/office/drawing/2014/main" id="{9FACA2F0-9B36-46C3-ADCC-CF85ABAE9713}"/>
              </a:ext>
            </a:extLst>
          </p:cNvPr>
          <p:cNvSpPr/>
          <p:nvPr/>
        </p:nvSpPr>
        <p:spPr>
          <a:xfrm>
            <a:off x="0" y="2367091"/>
            <a:ext cx="3089781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11">
              <a:defRPr/>
            </a:pPr>
            <a:r>
              <a:rPr lang="en-US" altLang="pt-BR" sz="3000" dirty="0">
                <a:solidFill>
                  <a:srgbClr val="FFFFFF"/>
                </a:solidFill>
                <a:latin typeface="Vale Sans Light" panose="020B0403020204030204" pitchFamily="34" charset="0"/>
                <a:cs typeface="Arial" panose="020B0604020202020204" pitchFamily="34" charset="0"/>
              </a:rPr>
              <a:t>Funcionamento Operacional</a:t>
            </a:r>
          </a:p>
          <a:p>
            <a:pPr defTabSz="457211">
              <a:defRPr/>
            </a:pPr>
            <a:endParaRPr lang="en-US" altLang="pt-BR" sz="3300" dirty="0">
              <a:solidFill>
                <a:srgbClr val="FFFFFF"/>
              </a:solidFill>
              <a:latin typeface="Vale Sans Light" panose="020B0403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1411D2-B67E-24FD-5AF5-676550617915}"/>
              </a:ext>
            </a:extLst>
          </p:cNvPr>
          <p:cNvSpPr txBox="1">
            <a:spLocks/>
          </p:cNvSpPr>
          <p:nvPr/>
        </p:nvSpPr>
        <p:spPr>
          <a:xfrm>
            <a:off x="3302069" y="1104751"/>
            <a:ext cx="8820442" cy="380380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000" b="1" kern="1200" spc="-150">
                <a:solidFill>
                  <a:srgbClr val="747678"/>
                </a:solidFill>
                <a:latin typeface="Arial"/>
                <a:ea typeface="+mj-ea"/>
                <a:cs typeface="Arial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Utilização rádio 1 - CCO </a:t>
            </a:r>
          </a:p>
          <a:p>
            <a:pPr marL="342900" indent="-342900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Alerta de segurança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Maquinista do P virá frequência para faixa do pátio, faz o alerta e retorna para a faixa do CCO, salvo se houver resposta ao alerta ou manobra na adjacente (resposta de equipe de campo ou farol baixo aceso – conforme o ROF)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pt-BR" sz="2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Cruzamento ou ultrapassagem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Maquinista do P realiza o chamado de aproximação na faixa 13 e retorna para a faixa do CCO, salvo se houver resposta para aviso de manobra ou farol baixo aceso – conforme o ROF. (resposta a solicitação de cauda pode ser na faixa 13 se o pedido for na 13 ou na faixa de comunicação exclusiva do Trem de Passageiros)</a:t>
            </a:r>
          </a:p>
        </p:txBody>
      </p:sp>
    </p:spTree>
    <p:extLst>
      <p:ext uri="{BB962C8B-B14F-4D97-AF65-F5344CB8AC3E}">
        <p14:creationId xmlns:p14="http://schemas.microsoft.com/office/powerpoint/2010/main" val="2551456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">
            <a:extLst>
              <a:ext uri="{FF2B5EF4-FFF2-40B4-BE49-F238E27FC236}">
                <a16:creationId xmlns:a16="http://schemas.microsoft.com/office/drawing/2014/main" id="{63233B9D-25E7-4B7D-8A21-6FAD4CE5CBD8}"/>
              </a:ext>
            </a:extLst>
          </p:cNvPr>
          <p:cNvSpPr/>
          <p:nvPr/>
        </p:nvSpPr>
        <p:spPr>
          <a:xfrm>
            <a:off x="0" y="10528"/>
            <a:ext cx="3120261" cy="6881910"/>
          </a:xfrm>
          <a:prstGeom prst="rect">
            <a:avLst/>
          </a:prstGeom>
          <a:solidFill>
            <a:srgbClr val="4AB99B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pic>
        <p:nvPicPr>
          <p:cNvPr id="98" name="Image" descr="Image">
            <a:extLst>
              <a:ext uri="{FF2B5EF4-FFF2-40B4-BE49-F238E27FC236}">
                <a16:creationId xmlns:a16="http://schemas.microsoft.com/office/drawing/2014/main" id="{1EA8050E-6C8D-4D9A-A7EC-288CA653C1B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16400"/>
            <a:ext cx="6258902" cy="141838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01411D2-B67E-24FD-5AF5-676550617915}"/>
              </a:ext>
            </a:extLst>
          </p:cNvPr>
          <p:cNvSpPr txBox="1">
            <a:spLocks/>
          </p:cNvSpPr>
          <p:nvPr/>
        </p:nvSpPr>
        <p:spPr>
          <a:xfrm>
            <a:off x="3302069" y="1104751"/>
            <a:ext cx="8820442" cy="380380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000" b="1" kern="1200" spc="-150">
                <a:solidFill>
                  <a:srgbClr val="747678"/>
                </a:solidFill>
                <a:latin typeface="Arial"/>
                <a:ea typeface="+mj-ea"/>
                <a:cs typeface="Arial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Utilização rádio 1 - CCO </a:t>
            </a:r>
          </a:p>
          <a:p>
            <a:pPr marL="342900" indent="-342900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Aproximação de PN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Maquinista do P virá frequência para faixa 13, faz a comunicação padrão e após a locomotiva atingir a PN retorna para faixa do CCO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pt-BR" sz="2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Utilização rádio 2 – Comunicação do Trem de Passageiros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Rádio para comunicação direta e exclusiva do Trem de Passageiros, aberta a todos, mas dedicada a comunicação relacionada ao Trem de Passageiros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2AAA8B0-6D95-1BCA-7C90-BEBD5ABCB220}"/>
              </a:ext>
            </a:extLst>
          </p:cNvPr>
          <p:cNvSpPr/>
          <p:nvPr/>
        </p:nvSpPr>
        <p:spPr>
          <a:xfrm>
            <a:off x="0" y="2367091"/>
            <a:ext cx="3089781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11">
              <a:defRPr/>
            </a:pPr>
            <a:r>
              <a:rPr lang="en-US" altLang="pt-BR" sz="3000" dirty="0">
                <a:solidFill>
                  <a:srgbClr val="FFFFFF"/>
                </a:solidFill>
                <a:latin typeface="Vale Sans Light" panose="020B0403020204030204" pitchFamily="34" charset="0"/>
                <a:cs typeface="Arial" panose="020B0604020202020204" pitchFamily="34" charset="0"/>
              </a:rPr>
              <a:t>Funcionamento Operacional</a:t>
            </a:r>
          </a:p>
          <a:p>
            <a:pPr defTabSz="457211">
              <a:defRPr/>
            </a:pPr>
            <a:endParaRPr lang="en-US" altLang="pt-BR" sz="3300" dirty="0">
              <a:solidFill>
                <a:srgbClr val="FFFFFF"/>
              </a:solidFill>
              <a:latin typeface="Vale Sans Light" panose="020B0403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965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">
            <a:extLst>
              <a:ext uri="{FF2B5EF4-FFF2-40B4-BE49-F238E27FC236}">
                <a16:creationId xmlns:a16="http://schemas.microsoft.com/office/drawing/2014/main" id="{63233B9D-25E7-4B7D-8A21-6FAD4CE5CBD8}"/>
              </a:ext>
            </a:extLst>
          </p:cNvPr>
          <p:cNvSpPr/>
          <p:nvPr/>
        </p:nvSpPr>
        <p:spPr>
          <a:xfrm>
            <a:off x="0" y="10528"/>
            <a:ext cx="3120261" cy="6881910"/>
          </a:xfrm>
          <a:prstGeom prst="rect">
            <a:avLst/>
          </a:prstGeom>
          <a:solidFill>
            <a:srgbClr val="4AB99B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pic>
        <p:nvPicPr>
          <p:cNvPr id="98" name="Image" descr="Image">
            <a:extLst>
              <a:ext uri="{FF2B5EF4-FFF2-40B4-BE49-F238E27FC236}">
                <a16:creationId xmlns:a16="http://schemas.microsoft.com/office/drawing/2014/main" id="{1EA8050E-6C8D-4D9A-A7EC-288CA653C1B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16400"/>
            <a:ext cx="6258902" cy="141838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01411D2-B67E-24FD-5AF5-676550617915}"/>
              </a:ext>
            </a:extLst>
          </p:cNvPr>
          <p:cNvSpPr txBox="1">
            <a:spLocks/>
          </p:cNvSpPr>
          <p:nvPr/>
        </p:nvSpPr>
        <p:spPr>
          <a:xfrm>
            <a:off x="3302069" y="1104751"/>
            <a:ext cx="8820442" cy="380380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000" b="1" kern="1200" spc="-150">
                <a:solidFill>
                  <a:srgbClr val="747678"/>
                </a:solidFill>
                <a:latin typeface="Arial"/>
                <a:ea typeface="+mj-ea"/>
                <a:cs typeface="Arial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Trecho VLI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Comunicação no rádio 2 até autorização de parada na estação de Belo Horizonte quando P001 e autorização para início do embarque no P002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pt-BR" sz="2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Porto Velho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pt-BR" sz="2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Comunicação a partir da autorização de partida do P001 e até autorização de desembarque na parada do P002 na estação de Pedro Nolasco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2AAA8B0-6D95-1BCA-7C90-BEBD5ABCB220}"/>
              </a:ext>
            </a:extLst>
          </p:cNvPr>
          <p:cNvSpPr/>
          <p:nvPr/>
        </p:nvSpPr>
        <p:spPr>
          <a:xfrm>
            <a:off x="0" y="2367091"/>
            <a:ext cx="3089781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11">
              <a:defRPr/>
            </a:pPr>
            <a:r>
              <a:rPr lang="en-US" altLang="pt-BR" sz="3000" dirty="0">
                <a:solidFill>
                  <a:srgbClr val="FFFFFF"/>
                </a:solidFill>
                <a:latin typeface="Vale Sans Light" panose="020B0403020204030204" pitchFamily="34" charset="0"/>
                <a:cs typeface="Arial" panose="020B0604020202020204" pitchFamily="34" charset="0"/>
              </a:rPr>
              <a:t>Funcionamento Operacional</a:t>
            </a:r>
          </a:p>
          <a:p>
            <a:pPr defTabSz="457211">
              <a:defRPr/>
            </a:pPr>
            <a:endParaRPr lang="en-US" altLang="pt-BR" sz="3300" dirty="0">
              <a:solidFill>
                <a:srgbClr val="FFFFFF"/>
              </a:solidFill>
              <a:latin typeface="Vale Sans Light" panose="020B0403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066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A5B68C1-1448-41E1-8BE6-F5FF95C90A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>
              <a:solidFill>
                <a:srgbClr val="FFFFFF"/>
              </a:solidFill>
            </a:endParaRPr>
          </a:p>
        </p:txBody>
      </p:sp>
      <p:pic>
        <p:nvPicPr>
          <p:cNvPr id="155651" name="Imagem 2">
            <a:extLst>
              <a:ext uri="{FF2B5EF4-FFF2-40B4-BE49-F238E27FC236}">
                <a16:creationId xmlns:a16="http://schemas.microsoft.com/office/drawing/2014/main" id="{B851D3D2-55F4-4C86-B919-BFBC3BA1D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761"/>
          <a:stretch>
            <a:fillRect/>
          </a:stretch>
        </p:blipFill>
        <p:spPr bwMode="auto">
          <a:xfrm>
            <a:off x="2700339" y="2470150"/>
            <a:ext cx="6791325" cy="191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ALE MASTER">
  <a:themeElements>
    <a:clrScheme name="Custom 2 1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007E7A"/>
      </a:accent1>
      <a:accent2>
        <a:srgbClr val="BB133E"/>
      </a:accent2>
      <a:accent3>
        <a:srgbClr val="E37222"/>
      </a:accent3>
      <a:accent4>
        <a:srgbClr val="3D7EDB"/>
      </a:accent4>
      <a:accent5>
        <a:srgbClr val="00B0CA"/>
      </a:accent5>
      <a:accent6>
        <a:srgbClr val="69BE28"/>
      </a:accent6>
      <a:hlink>
        <a:srgbClr val="EDB111"/>
      </a:hlink>
      <a:folHlink>
        <a:srgbClr val="74767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7E7A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rgbClr val="747678"/>
            </a:solidFill>
            <a:latin typeface="Arial"/>
            <a:cs typeface="Arial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0B0F893287C040804307BE402FA862" ma:contentTypeVersion="2" ma:contentTypeDescription="Create a new document." ma:contentTypeScope="" ma:versionID="741b3718236a0d8a258c2da889f5eb91">
  <xsd:schema xmlns:xsd="http://www.w3.org/2001/XMLSchema" xmlns:xs="http://www.w3.org/2001/XMLSchema" xmlns:p="http://schemas.microsoft.com/office/2006/metadata/properties" xmlns:ns1="http://schemas.microsoft.com/sharepoint/v3" xmlns:ns2="543b2ab1-de10-4d07-b7cb-357aa3938096" targetNamespace="http://schemas.microsoft.com/office/2006/metadata/properties" ma:root="true" ma:fieldsID="f1a4ad965e229427f239c2c64ae9c74c" ns1:_="" ns2:_="">
    <xsd:import namespace="http://schemas.microsoft.com/sharepoint/v3"/>
    <xsd:import namespace="543b2ab1-de10-4d07-b7cb-357aa3938096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b2ab1-de10-4d07-b7cb-357aa3938096" elementFormDefault="qualified">
    <xsd:import namespace="http://schemas.microsoft.com/office/2006/documentManagement/types"/>
    <xsd:import namespace="http://schemas.microsoft.com/office/infopath/2007/PartnerControls"/>
    <xsd:element name="_dlc_DocId" ma:index="10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1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2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0E105698-82A2-4899-8E31-2425CBFA768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61C63C-15E2-4DA6-A5CB-60C506B1E7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43b2ab1-de10-4d07-b7cb-357aa39380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86E808-F689-4232-AD61-F4060BD28D49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D7452FEB-FACF-4052-9443-1132DE4C5BA2}">
  <ds:schemaRefs>
    <ds:schemaRef ds:uri="http://purl.org/dc/elements/1.1/"/>
    <ds:schemaRef ds:uri="http://schemas.microsoft.com/office/2006/metadata/properties"/>
    <ds:schemaRef ds:uri="543b2ab1-de10-4d07-b7cb-357aa3938096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51037</TotalTime>
  <Words>400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Vale Sans Light</vt:lpstr>
      <vt:lpstr>Wingdings</vt:lpstr>
      <vt:lpstr>VALE MASTER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Kelio Prazeres</cp:lastModifiedBy>
  <cp:revision>644</cp:revision>
  <cp:lastPrinted>2019-05-04T09:04:43Z</cp:lastPrinted>
  <dcterms:created xsi:type="dcterms:W3CDTF">2014-02-06T18:56:16Z</dcterms:created>
  <dcterms:modified xsi:type="dcterms:W3CDTF">2024-01-18T14:03:33Z</dcterms:modified>
</cp:coreProperties>
</file>